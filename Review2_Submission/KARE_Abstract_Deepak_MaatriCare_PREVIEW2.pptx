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7556500" cy="10693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5" d="100"/>
          <a:sy n="45" d="100"/>
        </p:scale>
        <p:origin x="21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6E44D-D17A-E32F-802E-1981B3348574}"/>
              </a:ext>
            </a:extLst>
          </p:cNvPr>
          <p:cNvSpPr>
            <a:spLocks noGrp="1"/>
          </p:cNvSpPr>
          <p:nvPr>
            <p:ph type="ctrTitle"/>
          </p:nvPr>
        </p:nvSpPr>
        <p:spPr>
          <a:xfrm>
            <a:off x="944564" y="1750055"/>
            <a:ext cx="5667375" cy="3722887"/>
          </a:xfrm>
        </p:spPr>
        <p:txBody>
          <a:bodyPr anchor="b"/>
          <a:lstStyle>
            <a:lvl1pPr algn="ctr">
              <a:defRPr sz="3719"/>
            </a:lvl1pPr>
          </a:lstStyle>
          <a:p>
            <a:r>
              <a:rPr lang="en-US"/>
              <a:t>Click to edit Master title style</a:t>
            </a:r>
          </a:p>
        </p:txBody>
      </p:sp>
      <p:sp>
        <p:nvSpPr>
          <p:cNvPr id="3" name="Subtitle 2">
            <a:extLst>
              <a:ext uri="{FF2B5EF4-FFF2-40B4-BE49-F238E27FC236}">
                <a16:creationId xmlns:a16="http://schemas.microsoft.com/office/drawing/2014/main" id="{5E49F327-32FE-3943-287A-7CB7C0362E27}"/>
              </a:ext>
            </a:extLst>
          </p:cNvPr>
          <p:cNvSpPr>
            <a:spLocks noGrp="1"/>
          </p:cNvSpPr>
          <p:nvPr>
            <p:ph type="subTitle" idx="1"/>
          </p:nvPr>
        </p:nvSpPr>
        <p:spPr>
          <a:xfrm>
            <a:off x="944564" y="5616511"/>
            <a:ext cx="5667375" cy="2581762"/>
          </a:xfrm>
        </p:spPr>
        <p:txBody>
          <a:bodyPr/>
          <a:lstStyle>
            <a:lvl1pPr marL="0" indent="0" algn="ctr">
              <a:buNone/>
              <a:defRPr sz="1488"/>
            </a:lvl1pPr>
            <a:lvl2pPr marL="283373" indent="0" algn="ctr">
              <a:buNone/>
              <a:defRPr sz="1240"/>
            </a:lvl2pPr>
            <a:lvl3pPr marL="566745" indent="0" algn="ctr">
              <a:buNone/>
              <a:defRPr sz="1116"/>
            </a:lvl3pPr>
            <a:lvl4pPr marL="850118" indent="0" algn="ctr">
              <a:buNone/>
              <a:defRPr sz="992"/>
            </a:lvl4pPr>
            <a:lvl5pPr marL="1133490" indent="0" algn="ctr">
              <a:buNone/>
              <a:defRPr sz="992"/>
            </a:lvl5pPr>
            <a:lvl6pPr marL="1416863" indent="0" algn="ctr">
              <a:buNone/>
              <a:defRPr sz="992"/>
            </a:lvl6pPr>
            <a:lvl7pPr marL="1700235" indent="0" algn="ctr">
              <a:buNone/>
              <a:defRPr sz="992"/>
            </a:lvl7pPr>
            <a:lvl8pPr marL="1983608" indent="0" algn="ctr">
              <a:buNone/>
              <a:defRPr sz="992"/>
            </a:lvl8pPr>
            <a:lvl9pPr marL="2266980" indent="0" algn="ctr">
              <a:buNone/>
              <a:defRPr sz="992"/>
            </a:lvl9pPr>
          </a:lstStyle>
          <a:p>
            <a:r>
              <a:rPr lang="en-US"/>
              <a:t>Click to edit Master subtitle style</a:t>
            </a:r>
          </a:p>
        </p:txBody>
      </p:sp>
      <p:sp>
        <p:nvSpPr>
          <p:cNvPr id="4" name="Date Placeholder 3">
            <a:extLst>
              <a:ext uri="{FF2B5EF4-FFF2-40B4-BE49-F238E27FC236}">
                <a16:creationId xmlns:a16="http://schemas.microsoft.com/office/drawing/2014/main" id="{1006FDD6-6C20-9B65-B83C-49455822DE67}"/>
              </a:ext>
            </a:extLst>
          </p:cNvPr>
          <p:cNvSpPr>
            <a:spLocks noGrp="1"/>
          </p:cNvSpPr>
          <p:nvPr>
            <p:ph type="dt" sz="half" idx="10"/>
          </p:nvPr>
        </p:nvSpPr>
        <p:spPr/>
        <p:txBody>
          <a:bodyPr/>
          <a:lstStyle/>
          <a:p>
            <a:fld id="{BA23750E-CB54-4FEB-ADEA-7E26C796855B}" type="datetimeFigureOut">
              <a:rPr lang="en-US" smtClean="0"/>
              <a:t>10/19/2026</a:t>
            </a:fld>
            <a:endParaRPr lang="en-US"/>
          </a:p>
        </p:txBody>
      </p:sp>
      <p:sp>
        <p:nvSpPr>
          <p:cNvPr id="5" name="Footer Placeholder 4">
            <a:extLst>
              <a:ext uri="{FF2B5EF4-FFF2-40B4-BE49-F238E27FC236}">
                <a16:creationId xmlns:a16="http://schemas.microsoft.com/office/drawing/2014/main" id="{988A1D53-42D4-7112-B067-A7751A2B4B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F9226C-0FC6-0D00-C170-9C1696A7447E}"/>
              </a:ext>
            </a:extLst>
          </p:cNvPr>
          <p:cNvSpPr>
            <a:spLocks noGrp="1"/>
          </p:cNvSpPr>
          <p:nvPr>
            <p:ph type="sldNum" sz="quarter" idx="12"/>
          </p:nvPr>
        </p:nvSpPr>
        <p:spPr/>
        <p:txBody>
          <a:bodyPr/>
          <a:lstStyle/>
          <a:p>
            <a:fld id="{4D499B8D-3E85-4778-BF3B-206B51009B45}" type="slidenum">
              <a:rPr lang="en-US" smtClean="0"/>
              <a:t>‹#›</a:t>
            </a:fld>
            <a:endParaRPr lang="en-US"/>
          </a:p>
        </p:txBody>
      </p:sp>
    </p:spTree>
    <p:extLst>
      <p:ext uri="{BB962C8B-B14F-4D97-AF65-F5344CB8AC3E}">
        <p14:creationId xmlns:p14="http://schemas.microsoft.com/office/powerpoint/2010/main" val="3580843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D892-BE5F-ECFA-51BC-1AC31DACD1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DC309B-511E-40FE-04C7-C892B8124F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7589E0-55EB-FEED-D196-191206274E53}"/>
              </a:ext>
            </a:extLst>
          </p:cNvPr>
          <p:cNvSpPr>
            <a:spLocks noGrp="1"/>
          </p:cNvSpPr>
          <p:nvPr>
            <p:ph type="dt" sz="half" idx="10"/>
          </p:nvPr>
        </p:nvSpPr>
        <p:spPr/>
        <p:txBody>
          <a:bodyPr/>
          <a:lstStyle/>
          <a:p>
            <a:fld id="{BA23750E-CB54-4FEB-ADEA-7E26C796855B}" type="datetimeFigureOut">
              <a:rPr lang="en-US" smtClean="0"/>
              <a:t>10/19/2026</a:t>
            </a:fld>
            <a:endParaRPr lang="en-US"/>
          </a:p>
        </p:txBody>
      </p:sp>
      <p:sp>
        <p:nvSpPr>
          <p:cNvPr id="5" name="Footer Placeholder 4">
            <a:extLst>
              <a:ext uri="{FF2B5EF4-FFF2-40B4-BE49-F238E27FC236}">
                <a16:creationId xmlns:a16="http://schemas.microsoft.com/office/drawing/2014/main" id="{AD9451E5-B62A-361A-8977-08826E3D6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7BCB54-A37F-9F41-FE4F-C08E049D881A}"/>
              </a:ext>
            </a:extLst>
          </p:cNvPr>
          <p:cNvSpPr>
            <a:spLocks noGrp="1"/>
          </p:cNvSpPr>
          <p:nvPr>
            <p:ph type="sldNum" sz="quarter" idx="12"/>
          </p:nvPr>
        </p:nvSpPr>
        <p:spPr/>
        <p:txBody>
          <a:bodyPr/>
          <a:lstStyle/>
          <a:p>
            <a:fld id="{4D499B8D-3E85-4778-BF3B-206B51009B45}" type="slidenum">
              <a:rPr lang="en-US" smtClean="0"/>
              <a:t>‹#›</a:t>
            </a:fld>
            <a:endParaRPr lang="en-US"/>
          </a:p>
        </p:txBody>
      </p:sp>
    </p:spTree>
    <p:extLst>
      <p:ext uri="{BB962C8B-B14F-4D97-AF65-F5344CB8AC3E}">
        <p14:creationId xmlns:p14="http://schemas.microsoft.com/office/powerpoint/2010/main" val="3325985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42B01-01DB-6575-DDDC-78B6E627C9CA}"/>
              </a:ext>
            </a:extLst>
          </p:cNvPr>
          <p:cNvSpPr>
            <a:spLocks noGrp="1"/>
          </p:cNvSpPr>
          <p:nvPr>
            <p:ph type="title"/>
          </p:nvPr>
        </p:nvSpPr>
        <p:spPr>
          <a:xfrm>
            <a:off x="515575" y="2665927"/>
            <a:ext cx="6517481" cy="4448157"/>
          </a:xfrm>
        </p:spPr>
        <p:txBody>
          <a:bodyPr anchor="b"/>
          <a:lstStyle>
            <a:lvl1pPr>
              <a:defRPr sz="3719"/>
            </a:lvl1pPr>
          </a:lstStyle>
          <a:p>
            <a:r>
              <a:rPr lang="en-US"/>
              <a:t>Click to edit Master title style</a:t>
            </a:r>
          </a:p>
        </p:txBody>
      </p:sp>
      <p:sp>
        <p:nvSpPr>
          <p:cNvPr id="3" name="Text Placeholder 2">
            <a:extLst>
              <a:ext uri="{FF2B5EF4-FFF2-40B4-BE49-F238E27FC236}">
                <a16:creationId xmlns:a16="http://schemas.microsoft.com/office/drawing/2014/main" id="{3C7279E9-4A3B-EF70-1658-0090393E2D30}"/>
              </a:ext>
            </a:extLst>
          </p:cNvPr>
          <p:cNvSpPr>
            <a:spLocks noGrp="1"/>
          </p:cNvSpPr>
          <p:nvPr>
            <p:ph type="body" idx="1"/>
          </p:nvPr>
        </p:nvSpPr>
        <p:spPr>
          <a:xfrm>
            <a:off x="515575" y="7156165"/>
            <a:ext cx="6517481" cy="2339180"/>
          </a:xfrm>
        </p:spPr>
        <p:txBody>
          <a:bodyPr/>
          <a:lstStyle>
            <a:lvl1pPr marL="0" indent="0">
              <a:buNone/>
              <a:defRPr sz="1488">
                <a:solidFill>
                  <a:schemeClr val="tx1">
                    <a:tint val="82000"/>
                  </a:schemeClr>
                </a:solidFill>
              </a:defRPr>
            </a:lvl1pPr>
            <a:lvl2pPr marL="283373" indent="0">
              <a:buNone/>
              <a:defRPr sz="1240">
                <a:solidFill>
                  <a:schemeClr val="tx1">
                    <a:tint val="82000"/>
                  </a:schemeClr>
                </a:solidFill>
              </a:defRPr>
            </a:lvl2pPr>
            <a:lvl3pPr marL="566745" indent="0">
              <a:buNone/>
              <a:defRPr sz="1116">
                <a:solidFill>
                  <a:schemeClr val="tx1">
                    <a:tint val="82000"/>
                  </a:schemeClr>
                </a:solidFill>
              </a:defRPr>
            </a:lvl3pPr>
            <a:lvl4pPr marL="850118" indent="0">
              <a:buNone/>
              <a:defRPr sz="992">
                <a:solidFill>
                  <a:schemeClr val="tx1">
                    <a:tint val="82000"/>
                  </a:schemeClr>
                </a:solidFill>
              </a:defRPr>
            </a:lvl4pPr>
            <a:lvl5pPr marL="1133490" indent="0">
              <a:buNone/>
              <a:defRPr sz="992">
                <a:solidFill>
                  <a:schemeClr val="tx1">
                    <a:tint val="82000"/>
                  </a:schemeClr>
                </a:solidFill>
              </a:defRPr>
            </a:lvl5pPr>
            <a:lvl6pPr marL="1416863" indent="0">
              <a:buNone/>
              <a:defRPr sz="992">
                <a:solidFill>
                  <a:schemeClr val="tx1">
                    <a:tint val="82000"/>
                  </a:schemeClr>
                </a:solidFill>
              </a:defRPr>
            </a:lvl6pPr>
            <a:lvl7pPr marL="1700235" indent="0">
              <a:buNone/>
              <a:defRPr sz="992">
                <a:solidFill>
                  <a:schemeClr val="tx1">
                    <a:tint val="82000"/>
                  </a:schemeClr>
                </a:solidFill>
              </a:defRPr>
            </a:lvl7pPr>
            <a:lvl8pPr marL="1983608" indent="0">
              <a:buNone/>
              <a:defRPr sz="992">
                <a:solidFill>
                  <a:schemeClr val="tx1">
                    <a:tint val="82000"/>
                  </a:schemeClr>
                </a:solidFill>
              </a:defRPr>
            </a:lvl8pPr>
            <a:lvl9pPr marL="2266980" indent="0">
              <a:buNone/>
              <a:defRPr sz="992">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2A1496-72F9-C584-D007-8788519732EA}"/>
              </a:ext>
            </a:extLst>
          </p:cNvPr>
          <p:cNvSpPr>
            <a:spLocks noGrp="1"/>
          </p:cNvSpPr>
          <p:nvPr>
            <p:ph type="dt" sz="half" idx="10"/>
          </p:nvPr>
        </p:nvSpPr>
        <p:spPr/>
        <p:txBody>
          <a:bodyPr/>
          <a:lstStyle/>
          <a:p>
            <a:fld id="{BA23750E-CB54-4FEB-ADEA-7E26C796855B}" type="datetimeFigureOut">
              <a:rPr lang="en-US" smtClean="0"/>
              <a:t>10/19/2026</a:t>
            </a:fld>
            <a:endParaRPr lang="en-US"/>
          </a:p>
        </p:txBody>
      </p:sp>
      <p:sp>
        <p:nvSpPr>
          <p:cNvPr id="5" name="Footer Placeholder 4">
            <a:extLst>
              <a:ext uri="{FF2B5EF4-FFF2-40B4-BE49-F238E27FC236}">
                <a16:creationId xmlns:a16="http://schemas.microsoft.com/office/drawing/2014/main" id="{B75495EB-1BBD-3615-8503-6D53A7389C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F34CE8-CF82-6A2E-3742-01C85816A0FD}"/>
              </a:ext>
            </a:extLst>
          </p:cNvPr>
          <p:cNvSpPr>
            <a:spLocks noGrp="1"/>
          </p:cNvSpPr>
          <p:nvPr>
            <p:ph type="sldNum" sz="quarter" idx="12"/>
          </p:nvPr>
        </p:nvSpPr>
        <p:spPr/>
        <p:txBody>
          <a:bodyPr/>
          <a:lstStyle/>
          <a:p>
            <a:fld id="{4D499B8D-3E85-4778-BF3B-206B51009B45}" type="slidenum">
              <a:rPr lang="en-US" smtClean="0"/>
              <a:t>‹#›</a:t>
            </a:fld>
            <a:endParaRPr lang="en-US"/>
          </a:p>
        </p:txBody>
      </p:sp>
    </p:spTree>
    <p:extLst>
      <p:ext uri="{BB962C8B-B14F-4D97-AF65-F5344CB8AC3E}">
        <p14:creationId xmlns:p14="http://schemas.microsoft.com/office/powerpoint/2010/main" val="2586753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5EDDC-D82D-D730-F8F9-8E2AF69AD0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0B3FB1-C669-4631-3109-81C2CD25D714}"/>
              </a:ext>
            </a:extLst>
          </p:cNvPr>
          <p:cNvSpPr>
            <a:spLocks noGrp="1"/>
          </p:cNvSpPr>
          <p:nvPr>
            <p:ph sz="half" idx="1"/>
          </p:nvPr>
        </p:nvSpPr>
        <p:spPr>
          <a:xfrm>
            <a:off x="519510"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0ED497D-FA3B-29DA-59CE-454E0C1F626A}"/>
              </a:ext>
            </a:extLst>
          </p:cNvPr>
          <p:cNvSpPr>
            <a:spLocks noGrp="1"/>
          </p:cNvSpPr>
          <p:nvPr>
            <p:ph sz="half" idx="2"/>
          </p:nvPr>
        </p:nvSpPr>
        <p:spPr>
          <a:xfrm>
            <a:off x="3825479"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C901B6-C1BF-B0ED-3C67-B332A29DF668}"/>
              </a:ext>
            </a:extLst>
          </p:cNvPr>
          <p:cNvSpPr>
            <a:spLocks noGrp="1"/>
          </p:cNvSpPr>
          <p:nvPr>
            <p:ph type="dt" sz="half" idx="10"/>
          </p:nvPr>
        </p:nvSpPr>
        <p:spPr/>
        <p:txBody>
          <a:bodyPr/>
          <a:lstStyle/>
          <a:p>
            <a:fld id="{BA23750E-CB54-4FEB-ADEA-7E26C796855B}" type="datetimeFigureOut">
              <a:rPr lang="en-US" smtClean="0"/>
              <a:t>10/19/2026</a:t>
            </a:fld>
            <a:endParaRPr lang="en-US"/>
          </a:p>
        </p:txBody>
      </p:sp>
      <p:sp>
        <p:nvSpPr>
          <p:cNvPr id="6" name="Footer Placeholder 5">
            <a:extLst>
              <a:ext uri="{FF2B5EF4-FFF2-40B4-BE49-F238E27FC236}">
                <a16:creationId xmlns:a16="http://schemas.microsoft.com/office/drawing/2014/main" id="{4F34D161-E0B6-159D-7045-CCB87C8BF9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A7F4AF-8E47-228C-FF1B-D93329A397AC}"/>
              </a:ext>
            </a:extLst>
          </p:cNvPr>
          <p:cNvSpPr>
            <a:spLocks noGrp="1"/>
          </p:cNvSpPr>
          <p:nvPr>
            <p:ph type="sldNum" sz="quarter" idx="12"/>
          </p:nvPr>
        </p:nvSpPr>
        <p:spPr/>
        <p:txBody>
          <a:bodyPr/>
          <a:lstStyle/>
          <a:p>
            <a:fld id="{4D499B8D-3E85-4778-BF3B-206B51009B45}" type="slidenum">
              <a:rPr lang="en-US" smtClean="0"/>
              <a:t>‹#›</a:t>
            </a:fld>
            <a:endParaRPr lang="en-US"/>
          </a:p>
        </p:txBody>
      </p:sp>
    </p:spTree>
    <p:extLst>
      <p:ext uri="{BB962C8B-B14F-4D97-AF65-F5344CB8AC3E}">
        <p14:creationId xmlns:p14="http://schemas.microsoft.com/office/powerpoint/2010/main" val="4155946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95291-77C2-0E76-B869-0A731F3B44F3}"/>
              </a:ext>
            </a:extLst>
          </p:cNvPr>
          <p:cNvSpPr>
            <a:spLocks noGrp="1"/>
          </p:cNvSpPr>
          <p:nvPr>
            <p:ph type="title"/>
          </p:nvPr>
        </p:nvSpPr>
        <p:spPr>
          <a:xfrm>
            <a:off x="520495" y="569327"/>
            <a:ext cx="6517481" cy="2066896"/>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8E094D-0D37-A533-4703-466925B6B111}"/>
              </a:ext>
            </a:extLst>
          </p:cNvPr>
          <p:cNvSpPr>
            <a:spLocks noGrp="1"/>
          </p:cNvSpPr>
          <p:nvPr>
            <p:ph type="body" idx="1"/>
          </p:nvPr>
        </p:nvSpPr>
        <p:spPr>
          <a:xfrm>
            <a:off x="520495" y="2621369"/>
            <a:ext cx="3196753" cy="1284692"/>
          </a:xfrm>
        </p:spPr>
        <p:txBody>
          <a:bodyPr anchor="b"/>
          <a:lstStyle>
            <a:lvl1pPr marL="0" indent="0">
              <a:buNone/>
              <a:defRPr sz="1488" b="1"/>
            </a:lvl1pPr>
            <a:lvl2pPr marL="283373" indent="0">
              <a:buNone/>
              <a:defRPr sz="1240" b="1"/>
            </a:lvl2pPr>
            <a:lvl3pPr marL="566745" indent="0">
              <a:buNone/>
              <a:defRPr sz="1116" b="1"/>
            </a:lvl3pPr>
            <a:lvl4pPr marL="850118" indent="0">
              <a:buNone/>
              <a:defRPr sz="992" b="1"/>
            </a:lvl4pPr>
            <a:lvl5pPr marL="1133490" indent="0">
              <a:buNone/>
              <a:defRPr sz="992" b="1"/>
            </a:lvl5pPr>
            <a:lvl6pPr marL="1416863" indent="0">
              <a:buNone/>
              <a:defRPr sz="992" b="1"/>
            </a:lvl6pPr>
            <a:lvl7pPr marL="1700235" indent="0">
              <a:buNone/>
              <a:defRPr sz="992" b="1"/>
            </a:lvl7pPr>
            <a:lvl8pPr marL="1983608" indent="0">
              <a:buNone/>
              <a:defRPr sz="992" b="1"/>
            </a:lvl8pPr>
            <a:lvl9pPr marL="2266980" indent="0">
              <a:buNone/>
              <a:defRPr sz="992" b="1"/>
            </a:lvl9pPr>
          </a:lstStyle>
          <a:p>
            <a:pPr lvl="0"/>
            <a:r>
              <a:rPr lang="en-US"/>
              <a:t>Click to edit Master text styles</a:t>
            </a:r>
          </a:p>
        </p:txBody>
      </p:sp>
      <p:sp>
        <p:nvSpPr>
          <p:cNvPr id="4" name="Content Placeholder 3">
            <a:extLst>
              <a:ext uri="{FF2B5EF4-FFF2-40B4-BE49-F238E27FC236}">
                <a16:creationId xmlns:a16="http://schemas.microsoft.com/office/drawing/2014/main" id="{979F4482-5E82-1A00-D157-3BD5958E0753}"/>
              </a:ext>
            </a:extLst>
          </p:cNvPr>
          <p:cNvSpPr>
            <a:spLocks noGrp="1"/>
          </p:cNvSpPr>
          <p:nvPr>
            <p:ph sz="half" idx="2"/>
          </p:nvPr>
        </p:nvSpPr>
        <p:spPr>
          <a:xfrm>
            <a:off x="520495" y="3906061"/>
            <a:ext cx="3196753"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0BF2181-35ED-897D-DA8B-80913DDE1032}"/>
              </a:ext>
            </a:extLst>
          </p:cNvPr>
          <p:cNvSpPr>
            <a:spLocks noGrp="1"/>
          </p:cNvSpPr>
          <p:nvPr>
            <p:ph type="body" sz="quarter" idx="3"/>
          </p:nvPr>
        </p:nvSpPr>
        <p:spPr>
          <a:xfrm>
            <a:off x="3825479" y="2621369"/>
            <a:ext cx="3212497" cy="1284692"/>
          </a:xfrm>
        </p:spPr>
        <p:txBody>
          <a:bodyPr anchor="b"/>
          <a:lstStyle>
            <a:lvl1pPr marL="0" indent="0">
              <a:buNone/>
              <a:defRPr sz="1488" b="1"/>
            </a:lvl1pPr>
            <a:lvl2pPr marL="283373" indent="0">
              <a:buNone/>
              <a:defRPr sz="1240" b="1"/>
            </a:lvl2pPr>
            <a:lvl3pPr marL="566745" indent="0">
              <a:buNone/>
              <a:defRPr sz="1116" b="1"/>
            </a:lvl3pPr>
            <a:lvl4pPr marL="850118" indent="0">
              <a:buNone/>
              <a:defRPr sz="992" b="1"/>
            </a:lvl4pPr>
            <a:lvl5pPr marL="1133490" indent="0">
              <a:buNone/>
              <a:defRPr sz="992" b="1"/>
            </a:lvl5pPr>
            <a:lvl6pPr marL="1416863" indent="0">
              <a:buNone/>
              <a:defRPr sz="992" b="1"/>
            </a:lvl6pPr>
            <a:lvl7pPr marL="1700235" indent="0">
              <a:buNone/>
              <a:defRPr sz="992" b="1"/>
            </a:lvl7pPr>
            <a:lvl8pPr marL="1983608" indent="0">
              <a:buNone/>
              <a:defRPr sz="992" b="1"/>
            </a:lvl8pPr>
            <a:lvl9pPr marL="2266980" indent="0">
              <a:buNone/>
              <a:defRPr sz="992" b="1"/>
            </a:lvl9pPr>
          </a:lstStyle>
          <a:p>
            <a:pPr lvl="0"/>
            <a:r>
              <a:rPr lang="en-US"/>
              <a:t>Click to edit Master text styles</a:t>
            </a:r>
          </a:p>
        </p:txBody>
      </p:sp>
      <p:sp>
        <p:nvSpPr>
          <p:cNvPr id="6" name="Content Placeholder 5">
            <a:extLst>
              <a:ext uri="{FF2B5EF4-FFF2-40B4-BE49-F238E27FC236}">
                <a16:creationId xmlns:a16="http://schemas.microsoft.com/office/drawing/2014/main" id="{837E3012-C181-AA94-C44B-47EA7AA7B665}"/>
              </a:ext>
            </a:extLst>
          </p:cNvPr>
          <p:cNvSpPr>
            <a:spLocks noGrp="1"/>
          </p:cNvSpPr>
          <p:nvPr>
            <p:ph sz="quarter" idx="4"/>
          </p:nvPr>
        </p:nvSpPr>
        <p:spPr>
          <a:xfrm>
            <a:off x="3825479" y="3906061"/>
            <a:ext cx="3212497"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84FCA0-0821-4E4D-02F8-BAC57FC5FE1A}"/>
              </a:ext>
            </a:extLst>
          </p:cNvPr>
          <p:cNvSpPr>
            <a:spLocks noGrp="1"/>
          </p:cNvSpPr>
          <p:nvPr>
            <p:ph type="dt" sz="half" idx="10"/>
          </p:nvPr>
        </p:nvSpPr>
        <p:spPr/>
        <p:txBody>
          <a:bodyPr/>
          <a:lstStyle/>
          <a:p>
            <a:fld id="{BA23750E-CB54-4FEB-ADEA-7E26C796855B}" type="datetimeFigureOut">
              <a:rPr lang="en-US" smtClean="0"/>
              <a:t>10/19/2026</a:t>
            </a:fld>
            <a:endParaRPr lang="en-US"/>
          </a:p>
        </p:txBody>
      </p:sp>
      <p:sp>
        <p:nvSpPr>
          <p:cNvPr id="8" name="Footer Placeholder 7">
            <a:extLst>
              <a:ext uri="{FF2B5EF4-FFF2-40B4-BE49-F238E27FC236}">
                <a16:creationId xmlns:a16="http://schemas.microsoft.com/office/drawing/2014/main" id="{FF34D52B-6821-02AD-ED36-E0084400C5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B49A54-C148-9051-329D-F86B6357EB4F}"/>
              </a:ext>
            </a:extLst>
          </p:cNvPr>
          <p:cNvSpPr>
            <a:spLocks noGrp="1"/>
          </p:cNvSpPr>
          <p:nvPr>
            <p:ph type="sldNum" sz="quarter" idx="12"/>
          </p:nvPr>
        </p:nvSpPr>
        <p:spPr/>
        <p:txBody>
          <a:bodyPr/>
          <a:lstStyle/>
          <a:p>
            <a:fld id="{4D499B8D-3E85-4778-BF3B-206B51009B45}" type="slidenum">
              <a:rPr lang="en-US" smtClean="0"/>
              <a:t>‹#›</a:t>
            </a:fld>
            <a:endParaRPr lang="en-US"/>
          </a:p>
        </p:txBody>
      </p:sp>
    </p:spTree>
    <p:extLst>
      <p:ext uri="{BB962C8B-B14F-4D97-AF65-F5344CB8AC3E}">
        <p14:creationId xmlns:p14="http://schemas.microsoft.com/office/powerpoint/2010/main" val="2683754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F92AB-848B-CFDA-CC13-F5C90DDC5A7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F2A370-92FC-A7CF-6145-01334510A40F}"/>
              </a:ext>
            </a:extLst>
          </p:cNvPr>
          <p:cNvSpPr>
            <a:spLocks noGrp="1"/>
          </p:cNvSpPr>
          <p:nvPr>
            <p:ph type="dt" sz="half" idx="10"/>
          </p:nvPr>
        </p:nvSpPr>
        <p:spPr/>
        <p:txBody>
          <a:bodyPr/>
          <a:lstStyle/>
          <a:p>
            <a:fld id="{BA23750E-CB54-4FEB-ADEA-7E26C796855B}" type="datetimeFigureOut">
              <a:rPr lang="en-US" smtClean="0"/>
              <a:t>10/19/2026</a:t>
            </a:fld>
            <a:endParaRPr lang="en-US"/>
          </a:p>
        </p:txBody>
      </p:sp>
      <p:sp>
        <p:nvSpPr>
          <p:cNvPr id="4" name="Footer Placeholder 3">
            <a:extLst>
              <a:ext uri="{FF2B5EF4-FFF2-40B4-BE49-F238E27FC236}">
                <a16:creationId xmlns:a16="http://schemas.microsoft.com/office/drawing/2014/main" id="{9B31FBDC-E25D-D24E-2558-C521624A9D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3DC6D7-EF26-39FE-16EC-A988BDB1DA33}"/>
              </a:ext>
            </a:extLst>
          </p:cNvPr>
          <p:cNvSpPr>
            <a:spLocks noGrp="1"/>
          </p:cNvSpPr>
          <p:nvPr>
            <p:ph type="sldNum" sz="quarter" idx="12"/>
          </p:nvPr>
        </p:nvSpPr>
        <p:spPr/>
        <p:txBody>
          <a:bodyPr/>
          <a:lstStyle/>
          <a:p>
            <a:fld id="{4D499B8D-3E85-4778-BF3B-206B51009B45}" type="slidenum">
              <a:rPr lang="en-US" smtClean="0"/>
              <a:t>‹#›</a:t>
            </a:fld>
            <a:endParaRPr lang="en-US"/>
          </a:p>
        </p:txBody>
      </p:sp>
    </p:spTree>
    <p:extLst>
      <p:ext uri="{BB962C8B-B14F-4D97-AF65-F5344CB8AC3E}">
        <p14:creationId xmlns:p14="http://schemas.microsoft.com/office/powerpoint/2010/main" val="2066213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4FDB42-1232-9529-2374-24B291C49282}"/>
              </a:ext>
            </a:extLst>
          </p:cNvPr>
          <p:cNvSpPr>
            <a:spLocks noGrp="1"/>
          </p:cNvSpPr>
          <p:nvPr>
            <p:ph type="dt" sz="half" idx="10"/>
          </p:nvPr>
        </p:nvSpPr>
        <p:spPr/>
        <p:txBody>
          <a:bodyPr/>
          <a:lstStyle/>
          <a:p>
            <a:fld id="{BA23750E-CB54-4FEB-ADEA-7E26C796855B}" type="datetimeFigureOut">
              <a:rPr lang="en-US" smtClean="0"/>
              <a:t>10/19/2026</a:t>
            </a:fld>
            <a:endParaRPr lang="en-US"/>
          </a:p>
        </p:txBody>
      </p:sp>
      <p:sp>
        <p:nvSpPr>
          <p:cNvPr id="3" name="Footer Placeholder 2">
            <a:extLst>
              <a:ext uri="{FF2B5EF4-FFF2-40B4-BE49-F238E27FC236}">
                <a16:creationId xmlns:a16="http://schemas.microsoft.com/office/drawing/2014/main" id="{827F6074-61C2-44DC-D998-ED3D1AB722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D1DF16-0C38-BB20-5DF0-266D4DA693F7}"/>
              </a:ext>
            </a:extLst>
          </p:cNvPr>
          <p:cNvSpPr>
            <a:spLocks noGrp="1"/>
          </p:cNvSpPr>
          <p:nvPr>
            <p:ph type="sldNum" sz="quarter" idx="12"/>
          </p:nvPr>
        </p:nvSpPr>
        <p:spPr/>
        <p:txBody>
          <a:bodyPr/>
          <a:lstStyle/>
          <a:p>
            <a:fld id="{4D499B8D-3E85-4778-BF3B-206B51009B45}" type="slidenum">
              <a:rPr lang="en-US" smtClean="0"/>
              <a:t>‹#›</a:t>
            </a:fld>
            <a:endParaRPr lang="en-US"/>
          </a:p>
        </p:txBody>
      </p:sp>
    </p:spTree>
    <p:extLst>
      <p:ext uri="{BB962C8B-B14F-4D97-AF65-F5344CB8AC3E}">
        <p14:creationId xmlns:p14="http://schemas.microsoft.com/office/powerpoint/2010/main" val="852837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898F7-8B41-57EA-3A37-2EA95216C00B}"/>
              </a:ext>
            </a:extLst>
          </p:cNvPr>
          <p:cNvSpPr>
            <a:spLocks noGrp="1"/>
          </p:cNvSpPr>
          <p:nvPr>
            <p:ph type="title"/>
          </p:nvPr>
        </p:nvSpPr>
        <p:spPr>
          <a:xfrm>
            <a:off x="520494" y="712893"/>
            <a:ext cx="2437168" cy="2495127"/>
          </a:xfrm>
        </p:spPr>
        <p:txBody>
          <a:bodyPr anchor="b"/>
          <a:lstStyle>
            <a:lvl1pPr>
              <a:defRPr sz="1983"/>
            </a:lvl1pPr>
          </a:lstStyle>
          <a:p>
            <a:r>
              <a:rPr lang="en-US"/>
              <a:t>Click to edit Master title style</a:t>
            </a:r>
          </a:p>
        </p:txBody>
      </p:sp>
      <p:sp>
        <p:nvSpPr>
          <p:cNvPr id="3" name="Content Placeholder 2">
            <a:extLst>
              <a:ext uri="{FF2B5EF4-FFF2-40B4-BE49-F238E27FC236}">
                <a16:creationId xmlns:a16="http://schemas.microsoft.com/office/drawing/2014/main" id="{24B7B0D0-3F48-8A1C-224B-217B0DAF4C77}"/>
              </a:ext>
            </a:extLst>
          </p:cNvPr>
          <p:cNvSpPr>
            <a:spLocks noGrp="1"/>
          </p:cNvSpPr>
          <p:nvPr>
            <p:ph idx="1"/>
          </p:nvPr>
        </p:nvSpPr>
        <p:spPr>
          <a:xfrm>
            <a:off x="3212497" y="1539654"/>
            <a:ext cx="3825478" cy="7599245"/>
          </a:xfrm>
        </p:spPr>
        <p:txBody>
          <a:bodyPr/>
          <a:lstStyle>
            <a:lvl1pPr>
              <a:defRPr sz="1983"/>
            </a:lvl1pPr>
            <a:lvl2pPr>
              <a:defRPr sz="1735"/>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440919-B5DC-25A6-6DA7-2AA4720F45FA}"/>
              </a:ext>
            </a:extLst>
          </p:cNvPr>
          <p:cNvSpPr>
            <a:spLocks noGrp="1"/>
          </p:cNvSpPr>
          <p:nvPr>
            <p:ph type="body" sz="half" idx="2"/>
          </p:nvPr>
        </p:nvSpPr>
        <p:spPr>
          <a:xfrm>
            <a:off x="520494" y="3208020"/>
            <a:ext cx="2437168" cy="5943254"/>
          </a:xfrm>
        </p:spPr>
        <p:txBody>
          <a:bodyPr/>
          <a:lstStyle>
            <a:lvl1pPr marL="0" indent="0">
              <a:buNone/>
              <a:defRPr sz="992"/>
            </a:lvl1pPr>
            <a:lvl2pPr marL="283373" indent="0">
              <a:buNone/>
              <a:defRPr sz="868"/>
            </a:lvl2pPr>
            <a:lvl3pPr marL="566745" indent="0">
              <a:buNone/>
              <a:defRPr sz="744"/>
            </a:lvl3pPr>
            <a:lvl4pPr marL="850118" indent="0">
              <a:buNone/>
              <a:defRPr sz="620"/>
            </a:lvl4pPr>
            <a:lvl5pPr marL="1133490" indent="0">
              <a:buNone/>
              <a:defRPr sz="620"/>
            </a:lvl5pPr>
            <a:lvl6pPr marL="1416863" indent="0">
              <a:buNone/>
              <a:defRPr sz="620"/>
            </a:lvl6pPr>
            <a:lvl7pPr marL="1700235" indent="0">
              <a:buNone/>
              <a:defRPr sz="620"/>
            </a:lvl7pPr>
            <a:lvl8pPr marL="1983608" indent="0">
              <a:buNone/>
              <a:defRPr sz="620"/>
            </a:lvl8pPr>
            <a:lvl9pPr marL="2266980" indent="0">
              <a:buNone/>
              <a:defRPr sz="620"/>
            </a:lvl9pPr>
          </a:lstStyle>
          <a:p>
            <a:pPr lvl="0"/>
            <a:r>
              <a:rPr lang="en-US"/>
              <a:t>Click to edit Master text styles</a:t>
            </a:r>
          </a:p>
        </p:txBody>
      </p:sp>
      <p:sp>
        <p:nvSpPr>
          <p:cNvPr id="5" name="Date Placeholder 4">
            <a:extLst>
              <a:ext uri="{FF2B5EF4-FFF2-40B4-BE49-F238E27FC236}">
                <a16:creationId xmlns:a16="http://schemas.microsoft.com/office/drawing/2014/main" id="{7DBAF1AA-13A6-E0AB-E1C6-1D62017CDD92}"/>
              </a:ext>
            </a:extLst>
          </p:cNvPr>
          <p:cNvSpPr>
            <a:spLocks noGrp="1"/>
          </p:cNvSpPr>
          <p:nvPr>
            <p:ph type="dt" sz="half" idx="10"/>
          </p:nvPr>
        </p:nvSpPr>
        <p:spPr/>
        <p:txBody>
          <a:bodyPr/>
          <a:lstStyle/>
          <a:p>
            <a:fld id="{BA23750E-CB54-4FEB-ADEA-7E26C796855B}" type="datetimeFigureOut">
              <a:rPr lang="en-US" smtClean="0"/>
              <a:t>10/19/2026</a:t>
            </a:fld>
            <a:endParaRPr lang="en-US"/>
          </a:p>
        </p:txBody>
      </p:sp>
      <p:sp>
        <p:nvSpPr>
          <p:cNvPr id="6" name="Footer Placeholder 5">
            <a:extLst>
              <a:ext uri="{FF2B5EF4-FFF2-40B4-BE49-F238E27FC236}">
                <a16:creationId xmlns:a16="http://schemas.microsoft.com/office/drawing/2014/main" id="{899C5358-7F57-D169-4489-43FB01538C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266307-7E46-16D1-86B1-60333511C943}"/>
              </a:ext>
            </a:extLst>
          </p:cNvPr>
          <p:cNvSpPr>
            <a:spLocks noGrp="1"/>
          </p:cNvSpPr>
          <p:nvPr>
            <p:ph type="sldNum" sz="quarter" idx="12"/>
          </p:nvPr>
        </p:nvSpPr>
        <p:spPr/>
        <p:txBody>
          <a:bodyPr/>
          <a:lstStyle/>
          <a:p>
            <a:fld id="{4D499B8D-3E85-4778-BF3B-206B51009B45}" type="slidenum">
              <a:rPr lang="en-US" smtClean="0"/>
              <a:t>‹#›</a:t>
            </a:fld>
            <a:endParaRPr lang="en-US"/>
          </a:p>
        </p:txBody>
      </p:sp>
    </p:spTree>
    <p:extLst>
      <p:ext uri="{BB962C8B-B14F-4D97-AF65-F5344CB8AC3E}">
        <p14:creationId xmlns:p14="http://schemas.microsoft.com/office/powerpoint/2010/main" val="3172956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BEA22-D779-369B-3B13-E21D101AA35D}"/>
              </a:ext>
            </a:extLst>
          </p:cNvPr>
          <p:cNvSpPr>
            <a:spLocks noGrp="1"/>
          </p:cNvSpPr>
          <p:nvPr>
            <p:ph type="title"/>
          </p:nvPr>
        </p:nvSpPr>
        <p:spPr>
          <a:xfrm>
            <a:off x="520494" y="712893"/>
            <a:ext cx="2437168" cy="2495127"/>
          </a:xfrm>
        </p:spPr>
        <p:txBody>
          <a:bodyPr anchor="b"/>
          <a:lstStyle>
            <a:lvl1pPr>
              <a:defRPr sz="1983"/>
            </a:lvl1pPr>
          </a:lstStyle>
          <a:p>
            <a:r>
              <a:rPr lang="en-US"/>
              <a:t>Click to edit Master title style</a:t>
            </a:r>
          </a:p>
        </p:txBody>
      </p:sp>
      <p:sp>
        <p:nvSpPr>
          <p:cNvPr id="3" name="Picture Placeholder 2">
            <a:extLst>
              <a:ext uri="{FF2B5EF4-FFF2-40B4-BE49-F238E27FC236}">
                <a16:creationId xmlns:a16="http://schemas.microsoft.com/office/drawing/2014/main" id="{756DF435-5883-AC4D-FEDC-0112ADFBCB10}"/>
              </a:ext>
            </a:extLst>
          </p:cNvPr>
          <p:cNvSpPr>
            <a:spLocks noGrp="1"/>
          </p:cNvSpPr>
          <p:nvPr>
            <p:ph type="pic" idx="1"/>
          </p:nvPr>
        </p:nvSpPr>
        <p:spPr>
          <a:xfrm>
            <a:off x="3212497" y="1539654"/>
            <a:ext cx="3825478" cy="7599245"/>
          </a:xfrm>
        </p:spPr>
        <p:txBody>
          <a:bodyPr/>
          <a:lstStyle>
            <a:lvl1pPr marL="0" indent="0">
              <a:buNone/>
              <a:defRPr sz="1983"/>
            </a:lvl1pPr>
            <a:lvl2pPr marL="283373" indent="0">
              <a:buNone/>
              <a:defRPr sz="1735"/>
            </a:lvl2pPr>
            <a:lvl3pPr marL="566745" indent="0">
              <a:buNone/>
              <a:defRPr sz="1488"/>
            </a:lvl3pPr>
            <a:lvl4pPr marL="850118" indent="0">
              <a:buNone/>
              <a:defRPr sz="1240"/>
            </a:lvl4pPr>
            <a:lvl5pPr marL="1133490" indent="0">
              <a:buNone/>
              <a:defRPr sz="1240"/>
            </a:lvl5pPr>
            <a:lvl6pPr marL="1416863" indent="0">
              <a:buNone/>
              <a:defRPr sz="1240"/>
            </a:lvl6pPr>
            <a:lvl7pPr marL="1700235" indent="0">
              <a:buNone/>
              <a:defRPr sz="1240"/>
            </a:lvl7pPr>
            <a:lvl8pPr marL="1983608" indent="0">
              <a:buNone/>
              <a:defRPr sz="1240"/>
            </a:lvl8pPr>
            <a:lvl9pPr marL="2266980" indent="0">
              <a:buNone/>
              <a:defRPr sz="1240"/>
            </a:lvl9pPr>
          </a:lstStyle>
          <a:p>
            <a:endParaRPr lang="en-US"/>
          </a:p>
        </p:txBody>
      </p:sp>
      <p:sp>
        <p:nvSpPr>
          <p:cNvPr id="4" name="Text Placeholder 3">
            <a:extLst>
              <a:ext uri="{FF2B5EF4-FFF2-40B4-BE49-F238E27FC236}">
                <a16:creationId xmlns:a16="http://schemas.microsoft.com/office/drawing/2014/main" id="{274D8AA8-9B92-D48B-3370-570861E60D96}"/>
              </a:ext>
            </a:extLst>
          </p:cNvPr>
          <p:cNvSpPr>
            <a:spLocks noGrp="1"/>
          </p:cNvSpPr>
          <p:nvPr>
            <p:ph type="body" sz="half" idx="2"/>
          </p:nvPr>
        </p:nvSpPr>
        <p:spPr>
          <a:xfrm>
            <a:off x="520494" y="3208020"/>
            <a:ext cx="2437168" cy="5943254"/>
          </a:xfrm>
        </p:spPr>
        <p:txBody>
          <a:bodyPr/>
          <a:lstStyle>
            <a:lvl1pPr marL="0" indent="0">
              <a:buNone/>
              <a:defRPr sz="992"/>
            </a:lvl1pPr>
            <a:lvl2pPr marL="283373" indent="0">
              <a:buNone/>
              <a:defRPr sz="868"/>
            </a:lvl2pPr>
            <a:lvl3pPr marL="566745" indent="0">
              <a:buNone/>
              <a:defRPr sz="744"/>
            </a:lvl3pPr>
            <a:lvl4pPr marL="850118" indent="0">
              <a:buNone/>
              <a:defRPr sz="620"/>
            </a:lvl4pPr>
            <a:lvl5pPr marL="1133490" indent="0">
              <a:buNone/>
              <a:defRPr sz="620"/>
            </a:lvl5pPr>
            <a:lvl6pPr marL="1416863" indent="0">
              <a:buNone/>
              <a:defRPr sz="620"/>
            </a:lvl6pPr>
            <a:lvl7pPr marL="1700235" indent="0">
              <a:buNone/>
              <a:defRPr sz="620"/>
            </a:lvl7pPr>
            <a:lvl8pPr marL="1983608" indent="0">
              <a:buNone/>
              <a:defRPr sz="620"/>
            </a:lvl8pPr>
            <a:lvl9pPr marL="2266980" indent="0">
              <a:buNone/>
              <a:defRPr sz="620"/>
            </a:lvl9pPr>
          </a:lstStyle>
          <a:p>
            <a:pPr lvl="0"/>
            <a:r>
              <a:rPr lang="en-US"/>
              <a:t>Click to edit Master text styles</a:t>
            </a:r>
          </a:p>
        </p:txBody>
      </p:sp>
      <p:sp>
        <p:nvSpPr>
          <p:cNvPr id="5" name="Date Placeholder 4">
            <a:extLst>
              <a:ext uri="{FF2B5EF4-FFF2-40B4-BE49-F238E27FC236}">
                <a16:creationId xmlns:a16="http://schemas.microsoft.com/office/drawing/2014/main" id="{3B195486-3FBC-AD62-9ECE-3CF42EA5B0B9}"/>
              </a:ext>
            </a:extLst>
          </p:cNvPr>
          <p:cNvSpPr>
            <a:spLocks noGrp="1"/>
          </p:cNvSpPr>
          <p:nvPr>
            <p:ph type="dt" sz="half" idx="10"/>
          </p:nvPr>
        </p:nvSpPr>
        <p:spPr/>
        <p:txBody>
          <a:bodyPr/>
          <a:lstStyle/>
          <a:p>
            <a:fld id="{BA23750E-CB54-4FEB-ADEA-7E26C796855B}" type="datetimeFigureOut">
              <a:rPr lang="en-US" smtClean="0"/>
              <a:t>10/19/2026</a:t>
            </a:fld>
            <a:endParaRPr lang="en-US"/>
          </a:p>
        </p:txBody>
      </p:sp>
      <p:sp>
        <p:nvSpPr>
          <p:cNvPr id="6" name="Footer Placeholder 5">
            <a:extLst>
              <a:ext uri="{FF2B5EF4-FFF2-40B4-BE49-F238E27FC236}">
                <a16:creationId xmlns:a16="http://schemas.microsoft.com/office/drawing/2014/main" id="{3E5FA0F6-F201-E5F1-FC7A-8C5BFF69A0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F375F9-59C6-CBF3-C9D0-A96A8707CDD6}"/>
              </a:ext>
            </a:extLst>
          </p:cNvPr>
          <p:cNvSpPr>
            <a:spLocks noGrp="1"/>
          </p:cNvSpPr>
          <p:nvPr>
            <p:ph type="sldNum" sz="quarter" idx="12"/>
          </p:nvPr>
        </p:nvSpPr>
        <p:spPr/>
        <p:txBody>
          <a:bodyPr/>
          <a:lstStyle/>
          <a:p>
            <a:fld id="{4D499B8D-3E85-4778-BF3B-206B51009B45}" type="slidenum">
              <a:rPr lang="en-US" smtClean="0"/>
              <a:t>‹#›</a:t>
            </a:fld>
            <a:endParaRPr lang="en-US"/>
          </a:p>
        </p:txBody>
      </p:sp>
    </p:spTree>
    <p:extLst>
      <p:ext uri="{BB962C8B-B14F-4D97-AF65-F5344CB8AC3E}">
        <p14:creationId xmlns:p14="http://schemas.microsoft.com/office/powerpoint/2010/main" val="1148890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B8AF5-CD03-FF0B-5E32-F577E2A1D8A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D7B6ED-76B9-BCCD-1C21-01174FEF6C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617FFE-9662-6860-40B9-B0D73ADA15C8}"/>
              </a:ext>
            </a:extLst>
          </p:cNvPr>
          <p:cNvSpPr>
            <a:spLocks noGrp="1"/>
          </p:cNvSpPr>
          <p:nvPr>
            <p:ph type="dt" sz="half" idx="10"/>
          </p:nvPr>
        </p:nvSpPr>
        <p:spPr/>
        <p:txBody>
          <a:bodyPr/>
          <a:lstStyle/>
          <a:p>
            <a:fld id="{BA23750E-CB54-4FEB-ADEA-7E26C796855B}" type="datetimeFigureOut">
              <a:rPr lang="en-US" smtClean="0"/>
              <a:t>10/19/2026</a:t>
            </a:fld>
            <a:endParaRPr lang="en-US"/>
          </a:p>
        </p:txBody>
      </p:sp>
      <p:sp>
        <p:nvSpPr>
          <p:cNvPr id="5" name="Footer Placeholder 4">
            <a:extLst>
              <a:ext uri="{FF2B5EF4-FFF2-40B4-BE49-F238E27FC236}">
                <a16:creationId xmlns:a16="http://schemas.microsoft.com/office/drawing/2014/main" id="{F05DCA9A-6633-F585-A549-DCF12892FC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FDCBA-9202-3EE2-02CA-46703624DF66}"/>
              </a:ext>
            </a:extLst>
          </p:cNvPr>
          <p:cNvSpPr>
            <a:spLocks noGrp="1"/>
          </p:cNvSpPr>
          <p:nvPr>
            <p:ph type="sldNum" sz="quarter" idx="12"/>
          </p:nvPr>
        </p:nvSpPr>
        <p:spPr/>
        <p:txBody>
          <a:bodyPr/>
          <a:lstStyle/>
          <a:p>
            <a:fld id="{4D499B8D-3E85-4778-BF3B-206B51009B45}" type="slidenum">
              <a:rPr lang="en-US" smtClean="0"/>
              <a:t>‹#›</a:t>
            </a:fld>
            <a:endParaRPr lang="en-US"/>
          </a:p>
        </p:txBody>
      </p:sp>
    </p:spTree>
    <p:extLst>
      <p:ext uri="{BB962C8B-B14F-4D97-AF65-F5344CB8AC3E}">
        <p14:creationId xmlns:p14="http://schemas.microsoft.com/office/powerpoint/2010/main" val="246509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6FA6B6-AC29-9965-7E51-9F2760471692}"/>
              </a:ext>
            </a:extLst>
          </p:cNvPr>
          <p:cNvSpPr>
            <a:spLocks noGrp="1"/>
          </p:cNvSpPr>
          <p:nvPr>
            <p:ph type="title" orient="vert"/>
          </p:nvPr>
        </p:nvSpPr>
        <p:spPr>
          <a:xfrm>
            <a:off x="5407620" y="569325"/>
            <a:ext cx="1629370" cy="906216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91DEDF-6BD9-A593-14D5-4B9CD55631AA}"/>
              </a:ext>
            </a:extLst>
          </p:cNvPr>
          <p:cNvSpPr>
            <a:spLocks noGrp="1"/>
          </p:cNvSpPr>
          <p:nvPr>
            <p:ph type="body" orient="vert" idx="1"/>
          </p:nvPr>
        </p:nvSpPr>
        <p:spPr>
          <a:xfrm>
            <a:off x="519510" y="569325"/>
            <a:ext cx="4793655" cy="90621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20603F-818B-EF0B-C4FE-A627621C3FC0}"/>
              </a:ext>
            </a:extLst>
          </p:cNvPr>
          <p:cNvSpPr>
            <a:spLocks noGrp="1"/>
          </p:cNvSpPr>
          <p:nvPr>
            <p:ph type="dt" sz="half" idx="10"/>
          </p:nvPr>
        </p:nvSpPr>
        <p:spPr/>
        <p:txBody>
          <a:bodyPr/>
          <a:lstStyle/>
          <a:p>
            <a:fld id="{BA23750E-CB54-4FEB-ADEA-7E26C796855B}" type="datetimeFigureOut">
              <a:rPr lang="en-US" smtClean="0"/>
              <a:t>10/19/2026</a:t>
            </a:fld>
            <a:endParaRPr lang="en-US"/>
          </a:p>
        </p:txBody>
      </p:sp>
      <p:sp>
        <p:nvSpPr>
          <p:cNvPr id="5" name="Footer Placeholder 4">
            <a:extLst>
              <a:ext uri="{FF2B5EF4-FFF2-40B4-BE49-F238E27FC236}">
                <a16:creationId xmlns:a16="http://schemas.microsoft.com/office/drawing/2014/main" id="{4F465D0C-2547-C394-A6F0-53E283DAE2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A731BB-1583-0400-B32B-CDE500ADD58E}"/>
              </a:ext>
            </a:extLst>
          </p:cNvPr>
          <p:cNvSpPr>
            <a:spLocks noGrp="1"/>
          </p:cNvSpPr>
          <p:nvPr>
            <p:ph type="sldNum" sz="quarter" idx="12"/>
          </p:nvPr>
        </p:nvSpPr>
        <p:spPr/>
        <p:txBody>
          <a:bodyPr/>
          <a:lstStyle/>
          <a:p>
            <a:fld id="{4D499B8D-3E85-4778-BF3B-206B51009B45}" type="slidenum">
              <a:rPr lang="en-US" smtClean="0"/>
              <a:t>‹#›</a:t>
            </a:fld>
            <a:endParaRPr lang="en-US"/>
          </a:p>
        </p:txBody>
      </p:sp>
    </p:spTree>
    <p:extLst>
      <p:ext uri="{BB962C8B-B14F-4D97-AF65-F5344CB8AC3E}">
        <p14:creationId xmlns:p14="http://schemas.microsoft.com/office/powerpoint/2010/main" val="3309625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57ED01-437C-E1DD-0A05-9A1B5D02AFCD}"/>
              </a:ext>
            </a:extLst>
          </p:cNvPr>
          <p:cNvSpPr>
            <a:spLocks noGrp="1"/>
          </p:cNvSpPr>
          <p:nvPr>
            <p:ph type="title"/>
          </p:nvPr>
        </p:nvSpPr>
        <p:spPr>
          <a:xfrm>
            <a:off x="519511" y="569327"/>
            <a:ext cx="6517481" cy="206689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8B535B-7BAE-E2B6-E65E-A69D6C55E503}"/>
              </a:ext>
            </a:extLst>
          </p:cNvPr>
          <p:cNvSpPr>
            <a:spLocks noGrp="1"/>
          </p:cNvSpPr>
          <p:nvPr>
            <p:ph type="body" idx="1"/>
          </p:nvPr>
        </p:nvSpPr>
        <p:spPr>
          <a:xfrm>
            <a:off x="519511" y="2846623"/>
            <a:ext cx="6517481" cy="67848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6BDDB2-9F36-0638-31E7-79923047A965}"/>
              </a:ext>
            </a:extLst>
          </p:cNvPr>
          <p:cNvSpPr>
            <a:spLocks noGrp="1"/>
          </p:cNvSpPr>
          <p:nvPr>
            <p:ph type="dt" sz="half" idx="2"/>
          </p:nvPr>
        </p:nvSpPr>
        <p:spPr>
          <a:xfrm>
            <a:off x="519510" y="9911200"/>
            <a:ext cx="1700213" cy="569325"/>
          </a:xfrm>
          <a:prstGeom prst="rect">
            <a:avLst/>
          </a:prstGeom>
        </p:spPr>
        <p:txBody>
          <a:bodyPr vert="horz" lIns="91440" tIns="45720" rIns="91440" bIns="45720" rtlCol="0" anchor="ctr"/>
          <a:lstStyle>
            <a:lvl1pPr algn="l">
              <a:defRPr sz="744">
                <a:solidFill>
                  <a:schemeClr val="tx1">
                    <a:tint val="82000"/>
                  </a:schemeClr>
                </a:solidFill>
              </a:defRPr>
            </a:lvl1pPr>
          </a:lstStyle>
          <a:p>
            <a:fld id="{BA23750E-CB54-4FEB-ADEA-7E26C796855B}" type="datetimeFigureOut">
              <a:rPr lang="en-US" smtClean="0"/>
              <a:t>10/19/2026</a:t>
            </a:fld>
            <a:endParaRPr lang="en-US"/>
          </a:p>
        </p:txBody>
      </p:sp>
      <p:sp>
        <p:nvSpPr>
          <p:cNvPr id="5" name="Footer Placeholder 4">
            <a:extLst>
              <a:ext uri="{FF2B5EF4-FFF2-40B4-BE49-F238E27FC236}">
                <a16:creationId xmlns:a16="http://schemas.microsoft.com/office/drawing/2014/main" id="{8B7999AA-E1E3-802B-4589-F9FF887A6E26}"/>
              </a:ext>
            </a:extLst>
          </p:cNvPr>
          <p:cNvSpPr>
            <a:spLocks noGrp="1"/>
          </p:cNvSpPr>
          <p:nvPr>
            <p:ph type="ftr" sz="quarter" idx="3"/>
          </p:nvPr>
        </p:nvSpPr>
        <p:spPr>
          <a:xfrm>
            <a:off x="2503092" y="9911200"/>
            <a:ext cx="2550319" cy="569325"/>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F87616E-AB5D-4357-13D8-6A3A94617D6F}"/>
              </a:ext>
            </a:extLst>
          </p:cNvPr>
          <p:cNvSpPr>
            <a:spLocks noGrp="1"/>
          </p:cNvSpPr>
          <p:nvPr>
            <p:ph type="sldNum" sz="quarter" idx="4"/>
          </p:nvPr>
        </p:nvSpPr>
        <p:spPr>
          <a:xfrm>
            <a:off x="5336779" y="9911200"/>
            <a:ext cx="1700213" cy="569325"/>
          </a:xfrm>
          <a:prstGeom prst="rect">
            <a:avLst/>
          </a:prstGeom>
        </p:spPr>
        <p:txBody>
          <a:bodyPr vert="horz" lIns="91440" tIns="45720" rIns="91440" bIns="45720" rtlCol="0" anchor="ctr"/>
          <a:lstStyle>
            <a:lvl1pPr algn="r">
              <a:defRPr sz="744">
                <a:solidFill>
                  <a:schemeClr val="tx1">
                    <a:tint val="82000"/>
                  </a:schemeClr>
                </a:solidFill>
              </a:defRPr>
            </a:lvl1pPr>
          </a:lstStyle>
          <a:p>
            <a:fld id="{4D499B8D-3E85-4778-BF3B-206B51009B45}" type="slidenum">
              <a:rPr lang="en-US" smtClean="0"/>
              <a:t>‹#›</a:t>
            </a:fld>
            <a:endParaRPr lang="en-US"/>
          </a:p>
        </p:txBody>
      </p:sp>
    </p:spTree>
    <p:extLst>
      <p:ext uri="{BB962C8B-B14F-4D97-AF65-F5344CB8AC3E}">
        <p14:creationId xmlns:p14="http://schemas.microsoft.com/office/powerpoint/2010/main" val="429745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566745"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6745" rtl="0" eaLnBrk="1" latinLnBrk="0" hangingPunct="1">
        <a:defRPr sz="1116" kern="1200">
          <a:solidFill>
            <a:schemeClr val="tx1"/>
          </a:solidFill>
          <a:latin typeface="+mn-lt"/>
          <a:ea typeface="+mn-ea"/>
          <a:cs typeface="+mn-cs"/>
        </a:defRPr>
      </a:lvl1pPr>
      <a:lvl2pPr marL="283373" algn="l" defTabSz="566745" rtl="0" eaLnBrk="1" latinLnBrk="0" hangingPunct="1">
        <a:defRPr sz="1116" kern="1200">
          <a:solidFill>
            <a:schemeClr val="tx1"/>
          </a:solidFill>
          <a:latin typeface="+mn-lt"/>
          <a:ea typeface="+mn-ea"/>
          <a:cs typeface="+mn-cs"/>
        </a:defRPr>
      </a:lvl2pPr>
      <a:lvl3pPr marL="566745" algn="l" defTabSz="566745" rtl="0" eaLnBrk="1" latinLnBrk="0" hangingPunct="1">
        <a:defRPr sz="1116" kern="1200">
          <a:solidFill>
            <a:schemeClr val="tx1"/>
          </a:solidFill>
          <a:latin typeface="+mn-lt"/>
          <a:ea typeface="+mn-ea"/>
          <a:cs typeface="+mn-cs"/>
        </a:defRPr>
      </a:lvl3pPr>
      <a:lvl4pPr marL="850118" algn="l" defTabSz="566745" rtl="0" eaLnBrk="1" latinLnBrk="0" hangingPunct="1">
        <a:defRPr sz="1116" kern="1200">
          <a:solidFill>
            <a:schemeClr val="tx1"/>
          </a:solidFill>
          <a:latin typeface="+mn-lt"/>
          <a:ea typeface="+mn-ea"/>
          <a:cs typeface="+mn-cs"/>
        </a:defRPr>
      </a:lvl4pPr>
      <a:lvl5pPr marL="1133490" algn="l" defTabSz="566745" rtl="0" eaLnBrk="1" latinLnBrk="0" hangingPunct="1">
        <a:defRPr sz="1116" kern="1200">
          <a:solidFill>
            <a:schemeClr val="tx1"/>
          </a:solidFill>
          <a:latin typeface="+mn-lt"/>
          <a:ea typeface="+mn-ea"/>
          <a:cs typeface="+mn-cs"/>
        </a:defRPr>
      </a:lvl5pPr>
      <a:lvl6pPr marL="1416863" algn="l" defTabSz="566745" rtl="0" eaLnBrk="1" latinLnBrk="0" hangingPunct="1">
        <a:defRPr sz="1116" kern="1200">
          <a:solidFill>
            <a:schemeClr val="tx1"/>
          </a:solidFill>
          <a:latin typeface="+mn-lt"/>
          <a:ea typeface="+mn-ea"/>
          <a:cs typeface="+mn-cs"/>
        </a:defRPr>
      </a:lvl6pPr>
      <a:lvl7pPr marL="1700235" algn="l" defTabSz="566745" rtl="0" eaLnBrk="1" latinLnBrk="0" hangingPunct="1">
        <a:defRPr sz="1116" kern="1200">
          <a:solidFill>
            <a:schemeClr val="tx1"/>
          </a:solidFill>
          <a:latin typeface="+mn-lt"/>
          <a:ea typeface="+mn-ea"/>
          <a:cs typeface="+mn-cs"/>
        </a:defRPr>
      </a:lvl7pPr>
      <a:lvl8pPr marL="1983608" algn="l" defTabSz="566745" rtl="0" eaLnBrk="1" latinLnBrk="0" hangingPunct="1">
        <a:defRPr sz="1116" kern="1200">
          <a:solidFill>
            <a:schemeClr val="tx1"/>
          </a:solidFill>
          <a:latin typeface="+mn-lt"/>
          <a:ea typeface="+mn-ea"/>
          <a:cs typeface="+mn-cs"/>
        </a:defRPr>
      </a:lvl8pPr>
      <a:lvl9pPr marL="2266980" algn="l" defTabSz="566745" rtl="0" eaLnBrk="1" latinLnBrk="0"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BE1AB37-6FE7-3797-A3D9-C4F988EFBA0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8000" y="165100"/>
            <a:ext cx="6540500" cy="1633313"/>
          </a:xfrm>
          <a:prstGeom prst="rect">
            <a:avLst/>
          </a:prstGeom>
          <a:noFill/>
          <a:ln>
            <a:noFill/>
          </a:ln>
        </p:spPr>
      </p:pic>
      <p:sp>
        <p:nvSpPr>
          <p:cNvPr id="3" name="TextBox 2">
            <a:extLst>
              <a:ext uri="{FF2B5EF4-FFF2-40B4-BE49-F238E27FC236}">
                <a16:creationId xmlns:a16="http://schemas.microsoft.com/office/drawing/2014/main" id="{645B7EE2-3CD7-DE2B-A66C-5535F0E01972}"/>
              </a:ext>
            </a:extLst>
          </p:cNvPr>
          <p:cNvSpPr txBox="1"/>
          <p:nvPr/>
        </p:nvSpPr>
        <p:spPr>
          <a:xfrm>
            <a:off x="444500" y="1917700"/>
            <a:ext cx="6667500" cy="254000"/>
          </a:xfrm>
          <a:prstGeom prst="rect">
            <a:avLst/>
          </a:prstGeom>
          <a:noFill/>
        </p:spPr>
        <p:txBody>
          <a:bodyPr vert="horz" wrap="square" lIns="0" tIns="0" rIns="0" bIns="0" rtlCol="0">
            <a:noAutofit/>
          </a:bodyPr>
          <a:lstStyle/>
          <a:p>
            <a:pPr algn="ctr"/>
            <a:r>
              <a:rPr lang="en-US" sz="1200" b="1">
                <a:solidFill>
                  <a:srgbClr val="111111"/>
                </a:solidFill>
                <a:latin typeface="Times New Roman" panose="02020603050405020304" pitchFamily="18" charset="0"/>
              </a:rPr>
              <a:t>CENTRE FOR DISTANCE AND ONLINE EDUCATION (CDOE)</a:t>
            </a:r>
          </a:p>
        </p:txBody>
      </p:sp>
      <p:cxnSp>
        <p:nvCxnSpPr>
          <p:cNvPr id="4" name="Straight Arrow Connector 3">
            <a:extLst>
              <a:ext uri="{FF2B5EF4-FFF2-40B4-BE49-F238E27FC236}">
                <a16:creationId xmlns:a16="http://schemas.microsoft.com/office/drawing/2014/main" id="{D954059A-4E95-469C-02FF-57D39BCC4547}"/>
              </a:ext>
            </a:extLst>
          </p:cNvPr>
          <p:cNvCxnSpPr/>
          <p:nvPr/>
        </p:nvCxnSpPr>
        <p:spPr>
          <a:xfrm>
            <a:off x="508000" y="2235200"/>
            <a:ext cx="654050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06D71F8-3841-31CB-7D6F-C2E4719810B7}"/>
              </a:ext>
            </a:extLst>
          </p:cNvPr>
          <p:cNvSpPr txBox="1"/>
          <p:nvPr/>
        </p:nvSpPr>
        <p:spPr>
          <a:xfrm>
            <a:off x="533400" y="2336800"/>
            <a:ext cx="3810000" cy="2794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Name of the Learner: Deepak Kumar</a:t>
            </a:r>
          </a:p>
        </p:txBody>
      </p:sp>
      <p:sp>
        <p:nvSpPr>
          <p:cNvPr id="6" name="TextBox 5">
            <a:extLst>
              <a:ext uri="{FF2B5EF4-FFF2-40B4-BE49-F238E27FC236}">
                <a16:creationId xmlns:a16="http://schemas.microsoft.com/office/drawing/2014/main" id="{1C3A71FF-5FDD-4E96-545F-798CE3282A99}"/>
              </a:ext>
            </a:extLst>
          </p:cNvPr>
          <p:cNvSpPr txBox="1"/>
          <p:nvPr/>
        </p:nvSpPr>
        <p:spPr>
          <a:xfrm>
            <a:off x="4191000" y="2336800"/>
            <a:ext cx="2832100" cy="2794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Register number: 9224116032</a:t>
            </a:r>
          </a:p>
        </p:txBody>
      </p:sp>
      <p:sp>
        <p:nvSpPr>
          <p:cNvPr id="7" name="TextBox 6">
            <a:extLst>
              <a:ext uri="{FF2B5EF4-FFF2-40B4-BE49-F238E27FC236}">
                <a16:creationId xmlns:a16="http://schemas.microsoft.com/office/drawing/2014/main" id="{019C54D7-5348-3A02-4B51-C8ABB5893A82}"/>
              </a:ext>
            </a:extLst>
          </p:cNvPr>
          <p:cNvSpPr txBox="1"/>
          <p:nvPr/>
        </p:nvSpPr>
        <p:spPr>
          <a:xfrm>
            <a:off x="533400" y="2679700"/>
            <a:ext cx="3810000" cy="2794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Name of the Programme: MCA</a:t>
            </a:r>
          </a:p>
        </p:txBody>
      </p:sp>
      <p:sp>
        <p:nvSpPr>
          <p:cNvPr id="8" name="TextBox 7">
            <a:extLst>
              <a:ext uri="{FF2B5EF4-FFF2-40B4-BE49-F238E27FC236}">
                <a16:creationId xmlns:a16="http://schemas.microsoft.com/office/drawing/2014/main" id="{71BD39DC-B069-A8BF-B38D-E0BEAB0C412C}"/>
              </a:ext>
            </a:extLst>
          </p:cNvPr>
          <p:cNvSpPr txBox="1"/>
          <p:nvPr/>
        </p:nvSpPr>
        <p:spPr>
          <a:xfrm>
            <a:off x="4191000" y="2679700"/>
            <a:ext cx="2832100" cy="2794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Semester: IV</a:t>
            </a:r>
          </a:p>
        </p:txBody>
      </p:sp>
      <p:sp>
        <p:nvSpPr>
          <p:cNvPr id="9" name="TextBox 8">
            <a:extLst>
              <a:ext uri="{FF2B5EF4-FFF2-40B4-BE49-F238E27FC236}">
                <a16:creationId xmlns:a16="http://schemas.microsoft.com/office/drawing/2014/main" id="{E5338BE2-A046-7B72-9C8C-ADBB3487B737}"/>
              </a:ext>
            </a:extLst>
          </p:cNvPr>
          <p:cNvSpPr txBox="1"/>
          <p:nvPr/>
        </p:nvSpPr>
        <p:spPr>
          <a:xfrm>
            <a:off x="533400" y="3022600"/>
            <a:ext cx="3810000" cy="2794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Name of the Course: Project Work</a:t>
            </a:r>
          </a:p>
        </p:txBody>
      </p:sp>
      <p:sp>
        <p:nvSpPr>
          <p:cNvPr id="10" name="TextBox 9">
            <a:extLst>
              <a:ext uri="{FF2B5EF4-FFF2-40B4-BE49-F238E27FC236}">
                <a16:creationId xmlns:a16="http://schemas.microsoft.com/office/drawing/2014/main" id="{195D13E7-EEFD-2BC8-B4E9-1E9FF6AAA787}"/>
              </a:ext>
            </a:extLst>
          </p:cNvPr>
          <p:cNvSpPr txBox="1"/>
          <p:nvPr/>
        </p:nvSpPr>
        <p:spPr>
          <a:xfrm>
            <a:off x="4191000" y="3022600"/>
            <a:ext cx="2832100" cy="2794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Batch: Jan 2024</a:t>
            </a:r>
          </a:p>
        </p:txBody>
      </p:sp>
      <p:sp>
        <p:nvSpPr>
          <p:cNvPr id="11" name="TextBox 10">
            <a:extLst>
              <a:ext uri="{FF2B5EF4-FFF2-40B4-BE49-F238E27FC236}">
                <a16:creationId xmlns:a16="http://schemas.microsoft.com/office/drawing/2014/main" id="{06D34926-78EC-E3E5-7B21-F057AECFB250}"/>
              </a:ext>
            </a:extLst>
          </p:cNvPr>
          <p:cNvSpPr txBox="1"/>
          <p:nvPr/>
        </p:nvSpPr>
        <p:spPr>
          <a:xfrm>
            <a:off x="533400" y="3365500"/>
            <a:ext cx="3810000" cy="2794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Course Code: 223MCA4201</a:t>
            </a:r>
          </a:p>
        </p:txBody>
      </p:sp>
      <p:sp>
        <p:nvSpPr>
          <p:cNvPr id="12" name="TextBox 11">
            <a:extLst>
              <a:ext uri="{FF2B5EF4-FFF2-40B4-BE49-F238E27FC236}">
                <a16:creationId xmlns:a16="http://schemas.microsoft.com/office/drawing/2014/main" id="{1B1A3E19-B477-AAD9-8A29-B2C401C9D5CE}"/>
              </a:ext>
            </a:extLst>
          </p:cNvPr>
          <p:cNvSpPr txBox="1"/>
          <p:nvPr/>
        </p:nvSpPr>
        <p:spPr>
          <a:xfrm>
            <a:off x="4191000" y="3365500"/>
            <a:ext cx="2832100" cy="2794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Regulation: 2022</a:t>
            </a:r>
          </a:p>
        </p:txBody>
      </p:sp>
      <p:sp>
        <p:nvSpPr>
          <p:cNvPr id="13" name="TextBox 12">
            <a:extLst>
              <a:ext uri="{FF2B5EF4-FFF2-40B4-BE49-F238E27FC236}">
                <a16:creationId xmlns:a16="http://schemas.microsoft.com/office/drawing/2014/main" id="{BC45133E-A40A-ADCE-27D6-6AD94AE2B55C}"/>
              </a:ext>
            </a:extLst>
          </p:cNvPr>
          <p:cNvSpPr txBox="1"/>
          <p:nvPr/>
        </p:nvSpPr>
        <p:spPr>
          <a:xfrm>
            <a:off x="533400" y="3708400"/>
            <a:ext cx="6477000" cy="3048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Project Title: MaatriCare</a:t>
            </a:r>
          </a:p>
        </p:txBody>
      </p:sp>
      <p:sp>
        <p:nvSpPr>
          <p:cNvPr id="14" name="TextBox 13">
            <a:extLst>
              <a:ext uri="{FF2B5EF4-FFF2-40B4-BE49-F238E27FC236}">
                <a16:creationId xmlns:a16="http://schemas.microsoft.com/office/drawing/2014/main" id="{6C7FC2D3-9C38-2235-7960-D095CFCBBA3C}"/>
              </a:ext>
            </a:extLst>
          </p:cNvPr>
          <p:cNvSpPr txBox="1"/>
          <p:nvPr/>
        </p:nvSpPr>
        <p:spPr>
          <a:xfrm>
            <a:off x="533400" y="4114800"/>
            <a:ext cx="6477000" cy="279400"/>
          </a:xfrm>
          <a:prstGeom prst="rect">
            <a:avLst/>
          </a:prstGeom>
          <a:noFill/>
        </p:spPr>
        <p:txBody>
          <a:bodyPr vert="horz" wrap="square" lIns="0" tIns="0" rIns="0" bIns="0" rtlCol="0">
            <a:noAutofit/>
          </a:bodyPr>
          <a:lstStyle/>
          <a:p>
            <a:pPr algn="ctr"/>
            <a:r>
              <a:rPr lang="en-US" sz="1400" b="1">
                <a:solidFill>
                  <a:srgbClr val="111111"/>
                </a:solidFill>
                <a:latin typeface="Times New Roman" panose="02020603050405020304" pitchFamily="18" charset="0"/>
              </a:rPr>
              <a:t>Abstract</a:t>
            </a:r>
          </a:p>
        </p:txBody>
      </p:sp>
      <p:sp>
        <p:nvSpPr>
          <p:cNvPr id="15" name="TextBox 14">
            <a:extLst>
              <a:ext uri="{FF2B5EF4-FFF2-40B4-BE49-F238E27FC236}">
                <a16:creationId xmlns:a16="http://schemas.microsoft.com/office/drawing/2014/main" id="{DEFA4E73-E022-6E3A-4AC6-AD1E583449B6}"/>
              </a:ext>
            </a:extLst>
          </p:cNvPr>
          <p:cNvSpPr txBox="1"/>
          <p:nvPr/>
        </p:nvSpPr>
        <p:spPr>
          <a:xfrm>
            <a:off x="609600" y="4483100"/>
            <a:ext cx="6337300" cy="2616200"/>
          </a:xfrm>
          <a:prstGeom prst="rect">
            <a:avLst/>
          </a:prstGeom>
          <a:noFill/>
        </p:spPr>
        <p:txBody>
          <a:bodyPr vert="horz" wrap="square" lIns="0" tIns="0" rIns="0" bIns="0" rtlCol="0">
            <a:noAutofit/>
          </a:bodyPr>
          <a:lstStyle/>
          <a:p>
            <a:pPr algn="just">
              <a:lnSpc>
                <a:spcPct val="150000"/>
              </a:lnSpc>
            </a:pPr>
            <a:r>
              <a:rPr lang="en-US" sz="1200">
                <a:solidFill>
                  <a:srgbClr val="111111"/>
                </a:solidFill>
                <a:latin typeface="Times New Roman" panose="02020603050405020304" pitchFamily="18" charset="0"/>
              </a:rPr>
              <a:t>Pregnancy involves regular appointments, daily care, personal records, and communication with healthcare professionals. MaatriCare is an authenticated web application that brings these activities into one workspace. It supports pregnancy profiles, appointments and visit questions, daily wellbeing, a private symptom journal, milestones, educational resources, summaries, emergency contacts, and reminders. Users control report content and may share selected summaries through revocable, time-limited links. The React and TypeScript frontend uses a Java Spring Boot REST backend with JWT security, JPA, and relational storage (MySQL locally; PostgreSQL configuration). Optional Web Push uses Asia/Kolkata schedules and requires VAPID keys and HTTPS. MaatriCare organizes user-entered information; it does not diagnose, recommend treatment, or replace professional or emergency care.</a:t>
            </a:r>
          </a:p>
        </p:txBody>
      </p:sp>
      <p:sp>
        <p:nvSpPr>
          <p:cNvPr id="16" name="TextBox 15">
            <a:extLst>
              <a:ext uri="{FF2B5EF4-FFF2-40B4-BE49-F238E27FC236}">
                <a16:creationId xmlns:a16="http://schemas.microsoft.com/office/drawing/2014/main" id="{2A01E861-EF3F-16A8-E08F-CE6FFA446957}"/>
              </a:ext>
            </a:extLst>
          </p:cNvPr>
          <p:cNvSpPr txBox="1"/>
          <p:nvPr/>
        </p:nvSpPr>
        <p:spPr>
          <a:xfrm>
            <a:off x="533400" y="7353300"/>
            <a:ext cx="6477000" cy="2540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Tools &amp; Technologies Used</a:t>
            </a:r>
          </a:p>
        </p:txBody>
      </p:sp>
      <p:sp>
        <p:nvSpPr>
          <p:cNvPr id="17" name="TextBox 16">
            <a:extLst>
              <a:ext uri="{FF2B5EF4-FFF2-40B4-BE49-F238E27FC236}">
                <a16:creationId xmlns:a16="http://schemas.microsoft.com/office/drawing/2014/main" id="{B53D2C9A-C8F0-C013-D5FE-C63150AA29EB}"/>
              </a:ext>
            </a:extLst>
          </p:cNvPr>
          <p:cNvSpPr txBox="1"/>
          <p:nvPr/>
        </p:nvSpPr>
        <p:spPr>
          <a:xfrm>
            <a:off x="673100" y="7658100"/>
            <a:ext cx="6273800" cy="914400"/>
          </a:xfrm>
          <a:prstGeom prst="rect">
            <a:avLst/>
          </a:prstGeom>
          <a:noFill/>
        </p:spPr>
        <p:txBody>
          <a:bodyPr vert="horz" wrap="square" lIns="0" tIns="0" rIns="0" bIns="0" rtlCol="0">
            <a:noAutofit/>
          </a:bodyPr>
          <a:lstStyle/>
          <a:p>
            <a:pPr>
              <a:lnSpc>
                <a:spcPct val="150000"/>
              </a:lnSpc>
            </a:pPr>
            <a:r>
              <a:rPr lang="en-US" sz="1200">
                <a:solidFill>
                  <a:srgbClr val="111111"/>
                </a:solidFill>
                <a:latin typeface="Times New Roman" panose="02020603050405020304" pitchFamily="18" charset="0"/>
              </a:rPr>
              <a:t>Frontend (Design): React, TypeScript, Vite</a:t>
            </a:r>
          </a:p>
          <a:p>
            <a:pPr>
              <a:lnSpc>
                <a:spcPct val="150000"/>
              </a:lnSpc>
            </a:pPr>
            <a:r>
              <a:rPr lang="en-US" sz="1200">
                <a:solidFill>
                  <a:srgbClr val="111111"/>
                </a:solidFill>
                <a:latin typeface="Times New Roman" panose="02020603050405020304" pitchFamily="18" charset="0"/>
              </a:rPr>
              <a:t>Backend (API): Java, Spring Boot REST</a:t>
            </a:r>
          </a:p>
          <a:p>
            <a:pPr>
              <a:lnSpc>
                <a:spcPct val="150000"/>
              </a:lnSpc>
            </a:pPr>
            <a:r>
              <a:rPr lang="en-US" sz="1200">
                <a:solidFill>
                  <a:srgbClr val="111111"/>
                </a:solidFill>
                <a:latin typeface="Times New Roman" panose="02020603050405020304" pitchFamily="18" charset="0"/>
              </a:rPr>
              <a:t>Database: MySQL (local), PostgreSQL configuration</a:t>
            </a:r>
          </a:p>
          <a:p>
            <a:pPr>
              <a:lnSpc>
                <a:spcPct val="150000"/>
              </a:lnSpc>
            </a:pPr>
            <a:r>
              <a:rPr lang="en-US" sz="1200">
                <a:solidFill>
                  <a:srgbClr val="111111"/>
                </a:solidFill>
                <a:latin typeface="Times New Roman" panose="02020603050405020304" pitchFamily="18" charset="0"/>
              </a:rPr>
              <a:t>Security / Testing: Spring Security, JWT, H2</a:t>
            </a:r>
          </a:p>
        </p:txBody>
      </p:sp>
      <p:sp>
        <p:nvSpPr>
          <p:cNvPr id="18" name="TextBox 17">
            <a:extLst>
              <a:ext uri="{FF2B5EF4-FFF2-40B4-BE49-F238E27FC236}">
                <a16:creationId xmlns:a16="http://schemas.microsoft.com/office/drawing/2014/main" id="{022670B2-3788-FE55-D5CE-FD7592FC9792}"/>
              </a:ext>
            </a:extLst>
          </p:cNvPr>
          <p:cNvSpPr txBox="1"/>
          <p:nvPr/>
        </p:nvSpPr>
        <p:spPr>
          <a:xfrm>
            <a:off x="533400" y="8788400"/>
            <a:ext cx="6477000" cy="254000"/>
          </a:xfrm>
          <a:prstGeom prst="rect">
            <a:avLst/>
          </a:prstGeom>
          <a:noFill/>
        </p:spPr>
        <p:txBody>
          <a:bodyPr vert="horz" wrap="square" lIns="0" tIns="0" rIns="0" bIns="0" rtlCol="0">
            <a:noAutofit/>
          </a:bodyPr>
          <a:lstStyle/>
          <a:p>
            <a:pPr algn="ctr"/>
            <a:r>
              <a:rPr lang="en-US" sz="1200" b="1">
                <a:solidFill>
                  <a:srgbClr val="111111"/>
                </a:solidFill>
                <a:latin typeface="Times New Roman" panose="02020603050405020304" pitchFamily="18" charset="0"/>
              </a:rPr>
              <a:t>Approval Committee</a:t>
            </a:r>
          </a:p>
        </p:txBody>
      </p:sp>
      <p:cxnSp>
        <p:nvCxnSpPr>
          <p:cNvPr id="19" name="Straight Arrow Connector 18">
            <a:extLst>
              <a:ext uri="{FF2B5EF4-FFF2-40B4-BE49-F238E27FC236}">
                <a16:creationId xmlns:a16="http://schemas.microsoft.com/office/drawing/2014/main" id="{8F4FBA4E-C71B-5824-6F1E-8B04408CFEF6}"/>
              </a:ext>
            </a:extLst>
          </p:cNvPr>
          <p:cNvCxnSpPr/>
          <p:nvPr/>
        </p:nvCxnSpPr>
        <p:spPr>
          <a:xfrm>
            <a:off x="533400" y="9601200"/>
            <a:ext cx="1879600" cy="0"/>
          </a:xfrm>
          <a:prstGeom prst="straightConnector1">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64409A66-8BD6-B68D-1917-D31C7E544EC5}"/>
              </a:ext>
            </a:extLst>
          </p:cNvPr>
          <p:cNvCxnSpPr/>
          <p:nvPr/>
        </p:nvCxnSpPr>
        <p:spPr>
          <a:xfrm>
            <a:off x="2819400" y="9601200"/>
            <a:ext cx="1955800" cy="0"/>
          </a:xfrm>
          <a:prstGeom prst="straightConnector1">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A811444A-E471-C305-FF10-B0C363B837E7}"/>
              </a:ext>
            </a:extLst>
          </p:cNvPr>
          <p:cNvCxnSpPr/>
          <p:nvPr/>
        </p:nvCxnSpPr>
        <p:spPr>
          <a:xfrm>
            <a:off x="5143500" y="9601200"/>
            <a:ext cx="1879600" cy="0"/>
          </a:xfrm>
          <a:prstGeom prst="straightConnector1">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399DBADF-8E7A-F732-DD1C-6BDF11A84C2D}"/>
              </a:ext>
            </a:extLst>
          </p:cNvPr>
          <p:cNvSpPr txBox="1"/>
          <p:nvPr/>
        </p:nvSpPr>
        <p:spPr>
          <a:xfrm>
            <a:off x="444500" y="9690100"/>
            <a:ext cx="2032000" cy="304800"/>
          </a:xfrm>
          <a:prstGeom prst="rect">
            <a:avLst/>
          </a:prstGeom>
          <a:noFill/>
        </p:spPr>
        <p:txBody>
          <a:bodyPr vert="horz" wrap="square" lIns="0" tIns="0" rIns="0" bIns="0" rtlCol="0">
            <a:noAutofit/>
          </a:bodyPr>
          <a:lstStyle/>
          <a:p>
            <a:pPr algn="ctr"/>
            <a:r>
              <a:rPr lang="en-US" sz="900">
                <a:solidFill>
                  <a:srgbClr val="111111"/>
                </a:solidFill>
                <a:latin typeface="Times New Roman" panose="02020603050405020304" pitchFamily="18" charset="0"/>
              </a:rPr>
              <a:t>Internal Examiner</a:t>
            </a:r>
          </a:p>
        </p:txBody>
      </p:sp>
      <p:sp>
        <p:nvSpPr>
          <p:cNvPr id="23" name="TextBox 22">
            <a:extLst>
              <a:ext uri="{FF2B5EF4-FFF2-40B4-BE49-F238E27FC236}">
                <a16:creationId xmlns:a16="http://schemas.microsoft.com/office/drawing/2014/main" id="{8D67A0BA-3C6B-C995-986B-146E1ED414BC}"/>
              </a:ext>
            </a:extLst>
          </p:cNvPr>
          <p:cNvSpPr txBox="1"/>
          <p:nvPr/>
        </p:nvSpPr>
        <p:spPr>
          <a:xfrm>
            <a:off x="2705100" y="9690100"/>
            <a:ext cx="2159000" cy="304800"/>
          </a:xfrm>
          <a:prstGeom prst="rect">
            <a:avLst/>
          </a:prstGeom>
          <a:noFill/>
        </p:spPr>
        <p:txBody>
          <a:bodyPr vert="horz" wrap="square" lIns="0" tIns="0" rIns="0" bIns="0" rtlCol="0">
            <a:noAutofit/>
          </a:bodyPr>
          <a:lstStyle/>
          <a:p>
            <a:pPr algn="ctr"/>
            <a:r>
              <a:rPr lang="en-US" sz="900">
                <a:solidFill>
                  <a:srgbClr val="111111"/>
                </a:solidFill>
                <a:latin typeface="Times New Roman" panose="02020603050405020304" pitchFamily="18" charset="0"/>
              </a:rPr>
              <a:t>Deputy Director - CDOE</a:t>
            </a:r>
          </a:p>
        </p:txBody>
      </p:sp>
      <p:sp>
        <p:nvSpPr>
          <p:cNvPr id="24" name="TextBox 23">
            <a:extLst>
              <a:ext uri="{FF2B5EF4-FFF2-40B4-BE49-F238E27FC236}">
                <a16:creationId xmlns:a16="http://schemas.microsoft.com/office/drawing/2014/main" id="{B4CD0937-7345-D66B-88DD-8DC878F04977}"/>
              </a:ext>
            </a:extLst>
          </p:cNvPr>
          <p:cNvSpPr txBox="1"/>
          <p:nvPr/>
        </p:nvSpPr>
        <p:spPr>
          <a:xfrm>
            <a:off x="5080000" y="9690100"/>
            <a:ext cx="2032000" cy="304800"/>
          </a:xfrm>
          <a:prstGeom prst="rect">
            <a:avLst/>
          </a:prstGeom>
          <a:noFill/>
        </p:spPr>
        <p:txBody>
          <a:bodyPr vert="horz" wrap="square" lIns="0" tIns="0" rIns="0" bIns="0" rtlCol="0">
            <a:noAutofit/>
          </a:bodyPr>
          <a:lstStyle/>
          <a:p>
            <a:pPr algn="ctr"/>
            <a:r>
              <a:rPr lang="en-US" sz="900">
                <a:solidFill>
                  <a:srgbClr val="111111"/>
                </a:solidFill>
                <a:latin typeface="Times New Roman" panose="02020603050405020304" pitchFamily="18" charset="0"/>
              </a:rPr>
              <a:t>Director - CDOE</a:t>
            </a:r>
          </a:p>
        </p:txBody>
      </p:sp>
    </p:spTree>
    <p:extLst>
      <p:ext uri="{BB962C8B-B14F-4D97-AF65-F5344CB8AC3E}">
        <p14:creationId xmlns:p14="http://schemas.microsoft.com/office/powerpoint/2010/main" val="3358949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AD6EA29-C2F5-8143-770E-686E456F0B7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8000" y="165100"/>
            <a:ext cx="6540500" cy="1633313"/>
          </a:xfrm>
          <a:prstGeom prst="rect">
            <a:avLst/>
          </a:prstGeom>
          <a:noFill/>
          <a:ln>
            <a:noFill/>
          </a:ln>
        </p:spPr>
      </p:pic>
      <p:sp>
        <p:nvSpPr>
          <p:cNvPr id="3" name="TextBox 2">
            <a:extLst>
              <a:ext uri="{FF2B5EF4-FFF2-40B4-BE49-F238E27FC236}">
                <a16:creationId xmlns:a16="http://schemas.microsoft.com/office/drawing/2014/main" id="{9B8F722F-20F0-66EF-90CD-75282AD9069D}"/>
              </a:ext>
            </a:extLst>
          </p:cNvPr>
          <p:cNvSpPr txBox="1"/>
          <p:nvPr/>
        </p:nvSpPr>
        <p:spPr>
          <a:xfrm>
            <a:off x="444500" y="1917700"/>
            <a:ext cx="6667500" cy="254000"/>
          </a:xfrm>
          <a:prstGeom prst="rect">
            <a:avLst/>
          </a:prstGeom>
          <a:noFill/>
        </p:spPr>
        <p:txBody>
          <a:bodyPr vert="horz" wrap="square" lIns="0" tIns="0" rIns="0" bIns="0" rtlCol="0">
            <a:noAutofit/>
          </a:bodyPr>
          <a:lstStyle/>
          <a:p>
            <a:pPr algn="ctr"/>
            <a:r>
              <a:rPr lang="en-US" sz="1200" b="1">
                <a:solidFill>
                  <a:srgbClr val="111111"/>
                </a:solidFill>
                <a:latin typeface="Times New Roman" panose="02020603050405020304" pitchFamily="18" charset="0"/>
              </a:rPr>
              <a:t>CENTRE FOR DISTANCE AND ONLINE EDUCATION (CDOE)</a:t>
            </a:r>
          </a:p>
        </p:txBody>
      </p:sp>
      <p:cxnSp>
        <p:nvCxnSpPr>
          <p:cNvPr id="4" name="Straight Arrow Connector 3">
            <a:extLst>
              <a:ext uri="{FF2B5EF4-FFF2-40B4-BE49-F238E27FC236}">
                <a16:creationId xmlns:a16="http://schemas.microsoft.com/office/drawing/2014/main" id="{2678D9BB-58E0-2BE2-781C-8235BFC6D490}"/>
              </a:ext>
            </a:extLst>
          </p:cNvPr>
          <p:cNvCxnSpPr/>
          <p:nvPr/>
        </p:nvCxnSpPr>
        <p:spPr>
          <a:xfrm>
            <a:off x="508000" y="2235200"/>
            <a:ext cx="654050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EFD62C1-CC3B-2378-7230-950865175C04}"/>
              </a:ext>
            </a:extLst>
          </p:cNvPr>
          <p:cNvSpPr txBox="1"/>
          <p:nvPr/>
        </p:nvSpPr>
        <p:spPr>
          <a:xfrm>
            <a:off x="508000" y="2374900"/>
            <a:ext cx="6540500" cy="304800"/>
          </a:xfrm>
          <a:prstGeom prst="rect">
            <a:avLst/>
          </a:prstGeom>
          <a:noFill/>
        </p:spPr>
        <p:txBody>
          <a:bodyPr vert="horz" wrap="square" lIns="0" tIns="0" rIns="0" bIns="0" rtlCol="0">
            <a:noAutofit/>
          </a:bodyPr>
          <a:lstStyle/>
          <a:p>
            <a:pPr algn="ctr"/>
            <a:r>
              <a:rPr lang="en-US" sz="1400" b="1">
                <a:solidFill>
                  <a:srgbClr val="111111"/>
                </a:solidFill>
                <a:latin typeface="Times New Roman" panose="02020603050405020304" pitchFamily="18" charset="0"/>
              </a:rPr>
              <a:t>ENTITY RELATIONSHIP DIAGRAM (ER)</a:t>
            </a:r>
          </a:p>
        </p:txBody>
      </p:sp>
      <p:sp>
        <p:nvSpPr>
          <p:cNvPr id="6" name="TextBox 5">
            <a:extLst>
              <a:ext uri="{FF2B5EF4-FFF2-40B4-BE49-F238E27FC236}">
                <a16:creationId xmlns:a16="http://schemas.microsoft.com/office/drawing/2014/main" id="{5725668A-DCCC-EA63-3659-F2A18DD9D60E}"/>
              </a:ext>
            </a:extLst>
          </p:cNvPr>
          <p:cNvSpPr txBox="1"/>
          <p:nvPr/>
        </p:nvSpPr>
        <p:spPr>
          <a:xfrm>
            <a:off x="508000" y="2705100"/>
            <a:ext cx="6540500" cy="203200"/>
          </a:xfrm>
          <a:prstGeom prst="rect">
            <a:avLst/>
          </a:prstGeom>
          <a:noFill/>
        </p:spPr>
        <p:txBody>
          <a:bodyPr vert="horz" wrap="square" lIns="0" tIns="0" rIns="0" bIns="0" rtlCol="0">
            <a:noAutofit/>
          </a:bodyPr>
          <a:lstStyle/>
          <a:p>
            <a:pPr algn="ctr"/>
            <a:r>
              <a:rPr lang="en-US" sz="900">
                <a:solidFill>
                  <a:srgbClr val="333333"/>
                </a:solidFill>
                <a:latin typeface="Times New Roman" panose="02020603050405020304" pitchFamily="18" charset="0"/>
              </a:rPr>
              <a:t>MaatriCare - simplified implemented relational schema</a:t>
            </a:r>
          </a:p>
        </p:txBody>
      </p:sp>
      <p:sp>
        <p:nvSpPr>
          <p:cNvPr id="7" name="Rectangle 6">
            <a:extLst>
              <a:ext uri="{FF2B5EF4-FFF2-40B4-BE49-F238E27FC236}">
                <a16:creationId xmlns:a16="http://schemas.microsoft.com/office/drawing/2014/main" id="{97FDC72E-91A2-46BD-1403-BCF7AC709A22}"/>
              </a:ext>
            </a:extLst>
          </p:cNvPr>
          <p:cNvSpPr/>
          <p:nvPr/>
        </p:nvSpPr>
        <p:spPr>
          <a:xfrm>
            <a:off x="2317750" y="30480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F46CDE9-1C47-9398-2EDB-A0082A5B7C57}"/>
              </a:ext>
            </a:extLst>
          </p:cNvPr>
          <p:cNvSpPr/>
          <p:nvPr/>
        </p:nvSpPr>
        <p:spPr>
          <a:xfrm>
            <a:off x="2317750" y="30480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C01BBF5-D5BD-6572-D809-73CC5CD89D6E}"/>
              </a:ext>
            </a:extLst>
          </p:cNvPr>
          <p:cNvSpPr txBox="1"/>
          <p:nvPr/>
        </p:nvSpPr>
        <p:spPr>
          <a:xfrm>
            <a:off x="2381250" y="30734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users</a:t>
            </a:r>
          </a:p>
        </p:txBody>
      </p:sp>
      <p:sp>
        <p:nvSpPr>
          <p:cNvPr id="10" name="TextBox 9">
            <a:extLst>
              <a:ext uri="{FF2B5EF4-FFF2-40B4-BE49-F238E27FC236}">
                <a16:creationId xmlns:a16="http://schemas.microsoft.com/office/drawing/2014/main" id="{13463785-E2B7-7D34-7C6E-26C6F42B2C52}"/>
              </a:ext>
            </a:extLst>
          </p:cNvPr>
          <p:cNvSpPr txBox="1"/>
          <p:nvPr/>
        </p:nvSpPr>
        <p:spPr>
          <a:xfrm>
            <a:off x="2381250" y="33147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email UNIQUE | timezone_id</a:t>
            </a:r>
          </a:p>
        </p:txBody>
      </p:sp>
      <p:cxnSp>
        <p:nvCxnSpPr>
          <p:cNvPr id="11" name="Straight Arrow Connector 10">
            <a:extLst>
              <a:ext uri="{FF2B5EF4-FFF2-40B4-BE49-F238E27FC236}">
                <a16:creationId xmlns:a16="http://schemas.microsoft.com/office/drawing/2014/main" id="{66D7CD87-068F-299B-9D92-91C18A440E49}"/>
              </a:ext>
            </a:extLst>
          </p:cNvPr>
          <p:cNvCxnSpPr/>
          <p:nvPr/>
        </p:nvCxnSpPr>
        <p:spPr>
          <a:xfrm>
            <a:off x="3778250" y="3670300"/>
            <a:ext cx="0" cy="4673600"/>
          </a:xfrm>
          <a:prstGeom prst="straightConnector1">
            <a:avLst/>
          </a:prstGeom>
          <a:ln w="13970">
            <a:solidFill>
              <a:srgbClr val="444444"/>
            </a:solidFill>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920A2687-4864-21F0-F275-F2DEF8C8E3E2}"/>
              </a:ext>
            </a:extLst>
          </p:cNvPr>
          <p:cNvCxnSpPr/>
          <p:nvPr/>
        </p:nvCxnSpPr>
        <p:spPr>
          <a:xfrm>
            <a:off x="3365500" y="41465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7EEE421B-95C6-7C55-5603-6A69EC04B27F}"/>
              </a:ext>
            </a:extLst>
          </p:cNvPr>
          <p:cNvSpPr txBox="1"/>
          <p:nvPr/>
        </p:nvSpPr>
        <p:spPr>
          <a:xfrm>
            <a:off x="3390900" y="39370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1:1</a:t>
            </a:r>
          </a:p>
        </p:txBody>
      </p:sp>
      <p:sp>
        <p:nvSpPr>
          <p:cNvPr id="14" name="Rectangle 13">
            <a:extLst>
              <a:ext uri="{FF2B5EF4-FFF2-40B4-BE49-F238E27FC236}">
                <a16:creationId xmlns:a16="http://schemas.microsoft.com/office/drawing/2014/main" id="{5149837D-C022-A214-76B9-BBBC7C7D46A7}"/>
              </a:ext>
            </a:extLst>
          </p:cNvPr>
          <p:cNvSpPr/>
          <p:nvPr/>
        </p:nvSpPr>
        <p:spPr>
          <a:xfrm>
            <a:off x="444500" y="38354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B9E0533-22F0-E0C6-5ED8-72A35D350D7B}"/>
              </a:ext>
            </a:extLst>
          </p:cNvPr>
          <p:cNvSpPr/>
          <p:nvPr/>
        </p:nvSpPr>
        <p:spPr>
          <a:xfrm>
            <a:off x="444500" y="38354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006F591-29CF-D662-EE1E-09B864501688}"/>
              </a:ext>
            </a:extLst>
          </p:cNvPr>
          <p:cNvSpPr txBox="1"/>
          <p:nvPr/>
        </p:nvSpPr>
        <p:spPr>
          <a:xfrm>
            <a:off x="508000" y="38608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pregnancy_profiles</a:t>
            </a:r>
          </a:p>
        </p:txBody>
      </p:sp>
      <p:sp>
        <p:nvSpPr>
          <p:cNvPr id="17" name="TextBox 16">
            <a:extLst>
              <a:ext uri="{FF2B5EF4-FFF2-40B4-BE49-F238E27FC236}">
                <a16:creationId xmlns:a16="http://schemas.microsoft.com/office/drawing/2014/main" id="{95D93ACD-7323-84C8-9F21-975C5C8254CA}"/>
              </a:ext>
            </a:extLst>
          </p:cNvPr>
          <p:cNvSpPr txBox="1"/>
          <p:nvPr/>
        </p:nvSpPr>
        <p:spPr>
          <a:xfrm>
            <a:off x="508000" y="41021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user_id FK UNIQUE</a:t>
            </a:r>
          </a:p>
        </p:txBody>
      </p:sp>
      <p:cxnSp>
        <p:nvCxnSpPr>
          <p:cNvPr id="18" name="Straight Arrow Connector 17">
            <a:extLst>
              <a:ext uri="{FF2B5EF4-FFF2-40B4-BE49-F238E27FC236}">
                <a16:creationId xmlns:a16="http://schemas.microsoft.com/office/drawing/2014/main" id="{24ACD574-1061-D534-64F1-BFA436A3999B}"/>
              </a:ext>
            </a:extLst>
          </p:cNvPr>
          <p:cNvCxnSpPr/>
          <p:nvPr/>
        </p:nvCxnSpPr>
        <p:spPr>
          <a:xfrm>
            <a:off x="3778250" y="41465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8B43F4B0-0B76-030C-9D95-7C2CA33B9A64}"/>
              </a:ext>
            </a:extLst>
          </p:cNvPr>
          <p:cNvSpPr txBox="1"/>
          <p:nvPr/>
        </p:nvSpPr>
        <p:spPr>
          <a:xfrm>
            <a:off x="3810000" y="39370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20" name="Rectangle 19">
            <a:extLst>
              <a:ext uri="{FF2B5EF4-FFF2-40B4-BE49-F238E27FC236}">
                <a16:creationId xmlns:a16="http://schemas.microsoft.com/office/drawing/2014/main" id="{6E653AD6-4CED-AE52-B2A7-25FAD67D556C}"/>
              </a:ext>
            </a:extLst>
          </p:cNvPr>
          <p:cNvSpPr/>
          <p:nvPr/>
        </p:nvSpPr>
        <p:spPr>
          <a:xfrm>
            <a:off x="4191000" y="38354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A534B97-FB80-DFD3-A0E9-6E00478BD9AB}"/>
              </a:ext>
            </a:extLst>
          </p:cNvPr>
          <p:cNvSpPr/>
          <p:nvPr/>
        </p:nvSpPr>
        <p:spPr>
          <a:xfrm>
            <a:off x="4191000" y="38354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FCDEF79-DFC5-1F7E-F8E2-788426505026}"/>
              </a:ext>
            </a:extLst>
          </p:cNvPr>
          <p:cNvSpPr txBox="1"/>
          <p:nvPr/>
        </p:nvSpPr>
        <p:spPr>
          <a:xfrm>
            <a:off x="4254500" y="38608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appointments</a:t>
            </a:r>
          </a:p>
        </p:txBody>
      </p:sp>
      <p:sp>
        <p:nvSpPr>
          <p:cNvPr id="23" name="TextBox 22">
            <a:extLst>
              <a:ext uri="{FF2B5EF4-FFF2-40B4-BE49-F238E27FC236}">
                <a16:creationId xmlns:a16="http://schemas.microsoft.com/office/drawing/2014/main" id="{F914D7CD-77C7-C327-5ECB-7479CF724076}"/>
              </a:ext>
            </a:extLst>
          </p:cNvPr>
          <p:cNvSpPr txBox="1"/>
          <p:nvPr/>
        </p:nvSpPr>
        <p:spPr>
          <a:xfrm>
            <a:off x="4254500" y="41021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user_id FK | starts_at</a:t>
            </a:r>
          </a:p>
        </p:txBody>
      </p:sp>
      <p:cxnSp>
        <p:nvCxnSpPr>
          <p:cNvPr id="24" name="Straight Arrow Connector 23">
            <a:extLst>
              <a:ext uri="{FF2B5EF4-FFF2-40B4-BE49-F238E27FC236}">
                <a16:creationId xmlns:a16="http://schemas.microsoft.com/office/drawing/2014/main" id="{D3392E1E-9371-9870-61AE-FED611D36B88}"/>
              </a:ext>
            </a:extLst>
          </p:cNvPr>
          <p:cNvCxnSpPr/>
          <p:nvPr/>
        </p:nvCxnSpPr>
        <p:spPr>
          <a:xfrm>
            <a:off x="3365500" y="48831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E75A9195-5086-51EE-367D-7F536B339E80}"/>
              </a:ext>
            </a:extLst>
          </p:cNvPr>
          <p:cNvSpPr txBox="1"/>
          <p:nvPr/>
        </p:nvSpPr>
        <p:spPr>
          <a:xfrm>
            <a:off x="3390900" y="46736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26" name="Rectangle 25">
            <a:extLst>
              <a:ext uri="{FF2B5EF4-FFF2-40B4-BE49-F238E27FC236}">
                <a16:creationId xmlns:a16="http://schemas.microsoft.com/office/drawing/2014/main" id="{4934706B-F9F5-B5BE-B4BE-C66D305A93B9}"/>
              </a:ext>
            </a:extLst>
          </p:cNvPr>
          <p:cNvSpPr/>
          <p:nvPr/>
        </p:nvSpPr>
        <p:spPr>
          <a:xfrm>
            <a:off x="444500" y="45720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7513D45-32EE-F5F2-9427-1010409F2575}"/>
              </a:ext>
            </a:extLst>
          </p:cNvPr>
          <p:cNvSpPr/>
          <p:nvPr/>
        </p:nvSpPr>
        <p:spPr>
          <a:xfrm>
            <a:off x="444500" y="45720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C328411-B475-75C1-6A5D-A29FAAA28999}"/>
              </a:ext>
            </a:extLst>
          </p:cNvPr>
          <p:cNvSpPr txBox="1"/>
          <p:nvPr/>
        </p:nvSpPr>
        <p:spPr>
          <a:xfrm>
            <a:off x="508000" y="45974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care_tasks</a:t>
            </a:r>
          </a:p>
        </p:txBody>
      </p:sp>
      <p:sp>
        <p:nvSpPr>
          <p:cNvPr id="29" name="TextBox 28">
            <a:extLst>
              <a:ext uri="{FF2B5EF4-FFF2-40B4-BE49-F238E27FC236}">
                <a16:creationId xmlns:a16="http://schemas.microsoft.com/office/drawing/2014/main" id="{A7883D2B-C5C9-AA86-9B59-E1C4FAE6B526}"/>
              </a:ext>
            </a:extLst>
          </p:cNvPr>
          <p:cNvSpPr txBox="1"/>
          <p:nvPr/>
        </p:nvSpPr>
        <p:spPr>
          <a:xfrm>
            <a:off x="508000" y="48387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user_id FK | task_detail_id FK</a:t>
            </a:r>
          </a:p>
        </p:txBody>
      </p:sp>
      <p:cxnSp>
        <p:nvCxnSpPr>
          <p:cNvPr id="30" name="Straight Arrow Connector 29">
            <a:extLst>
              <a:ext uri="{FF2B5EF4-FFF2-40B4-BE49-F238E27FC236}">
                <a16:creationId xmlns:a16="http://schemas.microsoft.com/office/drawing/2014/main" id="{A4192F43-5906-67BE-C8A4-B3A72FBA3C2E}"/>
              </a:ext>
            </a:extLst>
          </p:cNvPr>
          <p:cNvCxnSpPr/>
          <p:nvPr/>
        </p:nvCxnSpPr>
        <p:spPr>
          <a:xfrm>
            <a:off x="3778250" y="48831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34D8CEEA-43AF-3741-F9BD-73A1A36FC6EE}"/>
              </a:ext>
            </a:extLst>
          </p:cNvPr>
          <p:cNvSpPr txBox="1"/>
          <p:nvPr/>
        </p:nvSpPr>
        <p:spPr>
          <a:xfrm>
            <a:off x="3810000" y="46736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32" name="Rectangle 31">
            <a:extLst>
              <a:ext uri="{FF2B5EF4-FFF2-40B4-BE49-F238E27FC236}">
                <a16:creationId xmlns:a16="http://schemas.microsoft.com/office/drawing/2014/main" id="{B7718871-EA49-77E3-4869-F3981223E687}"/>
              </a:ext>
            </a:extLst>
          </p:cNvPr>
          <p:cNvSpPr/>
          <p:nvPr/>
        </p:nvSpPr>
        <p:spPr>
          <a:xfrm>
            <a:off x="4191000" y="45720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E2DA3FC-832A-39F0-B6D9-0E45899835CF}"/>
              </a:ext>
            </a:extLst>
          </p:cNvPr>
          <p:cNvSpPr/>
          <p:nvPr/>
        </p:nvSpPr>
        <p:spPr>
          <a:xfrm>
            <a:off x="4191000" y="45720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E7350CF5-3350-030C-7A66-3820857100B1}"/>
              </a:ext>
            </a:extLst>
          </p:cNvPr>
          <p:cNvSpPr txBox="1"/>
          <p:nvPr/>
        </p:nvSpPr>
        <p:spPr>
          <a:xfrm>
            <a:off x="4254500" y="45974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daily_wellbeing</a:t>
            </a:r>
          </a:p>
        </p:txBody>
      </p:sp>
      <p:sp>
        <p:nvSpPr>
          <p:cNvPr id="35" name="TextBox 34">
            <a:extLst>
              <a:ext uri="{FF2B5EF4-FFF2-40B4-BE49-F238E27FC236}">
                <a16:creationId xmlns:a16="http://schemas.microsoft.com/office/drawing/2014/main" id="{D32EBCD7-EDB0-6488-33B6-BFA99EFFAF08}"/>
              </a:ext>
            </a:extLst>
          </p:cNvPr>
          <p:cNvSpPr txBox="1"/>
          <p:nvPr/>
        </p:nvSpPr>
        <p:spPr>
          <a:xfrm>
            <a:off x="4254500" y="48387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user_id FK | entry_date UNIQUE</a:t>
            </a:r>
          </a:p>
        </p:txBody>
      </p:sp>
      <p:cxnSp>
        <p:nvCxnSpPr>
          <p:cNvPr id="36" name="Straight Arrow Connector 35">
            <a:extLst>
              <a:ext uri="{FF2B5EF4-FFF2-40B4-BE49-F238E27FC236}">
                <a16:creationId xmlns:a16="http://schemas.microsoft.com/office/drawing/2014/main" id="{3F79B079-BF07-CDE2-68E1-DEEAE550A9FD}"/>
              </a:ext>
            </a:extLst>
          </p:cNvPr>
          <p:cNvCxnSpPr/>
          <p:nvPr/>
        </p:nvCxnSpPr>
        <p:spPr>
          <a:xfrm>
            <a:off x="3365500" y="56197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014FF566-7802-C7C3-0EA1-A99319EA3AB9}"/>
              </a:ext>
            </a:extLst>
          </p:cNvPr>
          <p:cNvSpPr txBox="1"/>
          <p:nvPr/>
        </p:nvSpPr>
        <p:spPr>
          <a:xfrm>
            <a:off x="3390900" y="54102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38" name="Rectangle 37">
            <a:extLst>
              <a:ext uri="{FF2B5EF4-FFF2-40B4-BE49-F238E27FC236}">
                <a16:creationId xmlns:a16="http://schemas.microsoft.com/office/drawing/2014/main" id="{48D83D17-84B5-BA0A-D118-3F4EE6CE3000}"/>
              </a:ext>
            </a:extLst>
          </p:cNvPr>
          <p:cNvSpPr/>
          <p:nvPr/>
        </p:nvSpPr>
        <p:spPr>
          <a:xfrm>
            <a:off x="444500" y="53086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9089613-5636-E983-BBB2-BBE8A5126D74}"/>
              </a:ext>
            </a:extLst>
          </p:cNvPr>
          <p:cNvSpPr/>
          <p:nvPr/>
        </p:nvSpPr>
        <p:spPr>
          <a:xfrm>
            <a:off x="444500" y="53086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249E0015-E64F-0904-01E6-AFC0443DC959}"/>
              </a:ext>
            </a:extLst>
          </p:cNvPr>
          <p:cNvSpPr txBox="1"/>
          <p:nvPr/>
        </p:nvSpPr>
        <p:spPr>
          <a:xfrm>
            <a:off x="508000" y="53340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symptom_entries</a:t>
            </a:r>
          </a:p>
        </p:txBody>
      </p:sp>
      <p:sp>
        <p:nvSpPr>
          <p:cNvPr id="41" name="TextBox 40">
            <a:extLst>
              <a:ext uri="{FF2B5EF4-FFF2-40B4-BE49-F238E27FC236}">
                <a16:creationId xmlns:a16="http://schemas.microsoft.com/office/drawing/2014/main" id="{1B3814A3-7FC6-4A6F-AAD7-6810766DC162}"/>
              </a:ext>
            </a:extLst>
          </p:cNvPr>
          <p:cNvSpPr txBox="1"/>
          <p:nvPr/>
        </p:nvSpPr>
        <p:spPr>
          <a:xfrm>
            <a:off x="508000" y="55753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user_id FK | severity</a:t>
            </a:r>
          </a:p>
        </p:txBody>
      </p:sp>
      <p:cxnSp>
        <p:nvCxnSpPr>
          <p:cNvPr id="42" name="Straight Arrow Connector 41">
            <a:extLst>
              <a:ext uri="{FF2B5EF4-FFF2-40B4-BE49-F238E27FC236}">
                <a16:creationId xmlns:a16="http://schemas.microsoft.com/office/drawing/2014/main" id="{73786FAC-D57D-BA93-E009-5E3FF68D1E76}"/>
              </a:ext>
            </a:extLst>
          </p:cNvPr>
          <p:cNvCxnSpPr/>
          <p:nvPr/>
        </p:nvCxnSpPr>
        <p:spPr>
          <a:xfrm>
            <a:off x="3778250" y="56197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E597B037-753B-F769-036D-E8CD32CDCD2C}"/>
              </a:ext>
            </a:extLst>
          </p:cNvPr>
          <p:cNvSpPr txBox="1"/>
          <p:nvPr/>
        </p:nvSpPr>
        <p:spPr>
          <a:xfrm>
            <a:off x="3810000" y="54102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44" name="Rectangle 43">
            <a:extLst>
              <a:ext uri="{FF2B5EF4-FFF2-40B4-BE49-F238E27FC236}">
                <a16:creationId xmlns:a16="http://schemas.microsoft.com/office/drawing/2014/main" id="{EF44FF70-3FEB-972A-6E1C-7FB29A113DF3}"/>
              </a:ext>
            </a:extLst>
          </p:cNvPr>
          <p:cNvSpPr/>
          <p:nvPr/>
        </p:nvSpPr>
        <p:spPr>
          <a:xfrm>
            <a:off x="4191000" y="53086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2B9A9F12-415E-83D3-5961-1F22E40C6CB4}"/>
              </a:ext>
            </a:extLst>
          </p:cNvPr>
          <p:cNvSpPr/>
          <p:nvPr/>
        </p:nvSpPr>
        <p:spPr>
          <a:xfrm>
            <a:off x="4191000" y="53086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4F020A9D-7296-C8B1-97B7-0FBA7BEAC903}"/>
              </a:ext>
            </a:extLst>
          </p:cNvPr>
          <p:cNvSpPr txBox="1"/>
          <p:nvPr/>
        </p:nvSpPr>
        <p:spPr>
          <a:xfrm>
            <a:off x="4254500" y="53340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pregnancy_milestones</a:t>
            </a:r>
          </a:p>
        </p:txBody>
      </p:sp>
      <p:sp>
        <p:nvSpPr>
          <p:cNvPr id="47" name="TextBox 46">
            <a:extLst>
              <a:ext uri="{FF2B5EF4-FFF2-40B4-BE49-F238E27FC236}">
                <a16:creationId xmlns:a16="http://schemas.microsoft.com/office/drawing/2014/main" id="{048555F9-AAC7-31D8-B434-332BC575D25E}"/>
              </a:ext>
            </a:extLst>
          </p:cNvPr>
          <p:cNvSpPr txBox="1"/>
          <p:nvPr/>
        </p:nvSpPr>
        <p:spPr>
          <a:xfrm>
            <a:off x="4254500" y="55753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user_id FK | week_number</a:t>
            </a:r>
          </a:p>
        </p:txBody>
      </p:sp>
      <p:cxnSp>
        <p:nvCxnSpPr>
          <p:cNvPr id="48" name="Straight Arrow Connector 47">
            <a:extLst>
              <a:ext uri="{FF2B5EF4-FFF2-40B4-BE49-F238E27FC236}">
                <a16:creationId xmlns:a16="http://schemas.microsoft.com/office/drawing/2014/main" id="{36A08DE0-A462-1321-713B-AE3D6C8BD7A1}"/>
              </a:ext>
            </a:extLst>
          </p:cNvPr>
          <p:cNvCxnSpPr/>
          <p:nvPr/>
        </p:nvCxnSpPr>
        <p:spPr>
          <a:xfrm>
            <a:off x="3365500" y="63563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2E0BD29B-20B8-4651-6135-829EC17D649D}"/>
              </a:ext>
            </a:extLst>
          </p:cNvPr>
          <p:cNvSpPr txBox="1"/>
          <p:nvPr/>
        </p:nvSpPr>
        <p:spPr>
          <a:xfrm>
            <a:off x="3390900" y="61468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50" name="Rectangle 49">
            <a:extLst>
              <a:ext uri="{FF2B5EF4-FFF2-40B4-BE49-F238E27FC236}">
                <a16:creationId xmlns:a16="http://schemas.microsoft.com/office/drawing/2014/main" id="{6D040E40-2A8F-9AAF-D2DB-0C532569A2D1}"/>
              </a:ext>
            </a:extLst>
          </p:cNvPr>
          <p:cNvSpPr/>
          <p:nvPr/>
        </p:nvSpPr>
        <p:spPr>
          <a:xfrm>
            <a:off x="444500" y="60452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2058FD09-6A4C-4588-ECF0-389B226FE5D8}"/>
              </a:ext>
            </a:extLst>
          </p:cNvPr>
          <p:cNvSpPr/>
          <p:nvPr/>
        </p:nvSpPr>
        <p:spPr>
          <a:xfrm>
            <a:off x="444500" y="60452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BB952FED-74C4-48FA-4D8B-85AB75B4F29A}"/>
              </a:ext>
            </a:extLst>
          </p:cNvPr>
          <p:cNvSpPr txBox="1"/>
          <p:nvPr/>
        </p:nvSpPr>
        <p:spPr>
          <a:xfrm>
            <a:off x="508000" y="60706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emergency_contacts</a:t>
            </a:r>
          </a:p>
        </p:txBody>
      </p:sp>
      <p:sp>
        <p:nvSpPr>
          <p:cNvPr id="53" name="TextBox 52">
            <a:extLst>
              <a:ext uri="{FF2B5EF4-FFF2-40B4-BE49-F238E27FC236}">
                <a16:creationId xmlns:a16="http://schemas.microsoft.com/office/drawing/2014/main" id="{8AF73961-C637-1D53-6F16-5F50B465404D}"/>
              </a:ext>
            </a:extLst>
          </p:cNvPr>
          <p:cNvSpPr txBox="1"/>
          <p:nvPr/>
        </p:nvSpPr>
        <p:spPr>
          <a:xfrm>
            <a:off x="508000" y="63119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user_id FK | type</a:t>
            </a:r>
          </a:p>
        </p:txBody>
      </p:sp>
      <p:cxnSp>
        <p:nvCxnSpPr>
          <p:cNvPr id="54" name="Straight Arrow Connector 53">
            <a:extLst>
              <a:ext uri="{FF2B5EF4-FFF2-40B4-BE49-F238E27FC236}">
                <a16:creationId xmlns:a16="http://schemas.microsoft.com/office/drawing/2014/main" id="{6B19DF93-FDAF-2776-1290-18FEE3A9CB18}"/>
              </a:ext>
            </a:extLst>
          </p:cNvPr>
          <p:cNvCxnSpPr/>
          <p:nvPr/>
        </p:nvCxnSpPr>
        <p:spPr>
          <a:xfrm>
            <a:off x="3778250" y="63563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4ACB76B3-2284-DF1D-5026-998C910D6279}"/>
              </a:ext>
            </a:extLst>
          </p:cNvPr>
          <p:cNvSpPr txBox="1"/>
          <p:nvPr/>
        </p:nvSpPr>
        <p:spPr>
          <a:xfrm>
            <a:off x="3810000" y="61468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56" name="Rectangle 55">
            <a:extLst>
              <a:ext uri="{FF2B5EF4-FFF2-40B4-BE49-F238E27FC236}">
                <a16:creationId xmlns:a16="http://schemas.microsoft.com/office/drawing/2014/main" id="{43C7F2B8-F795-D926-F899-32480772A354}"/>
              </a:ext>
            </a:extLst>
          </p:cNvPr>
          <p:cNvSpPr/>
          <p:nvPr/>
        </p:nvSpPr>
        <p:spPr>
          <a:xfrm>
            <a:off x="4191000" y="60452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8E3EA316-7164-4FCB-49D4-8DD7662969BA}"/>
              </a:ext>
            </a:extLst>
          </p:cNvPr>
          <p:cNvSpPr/>
          <p:nvPr/>
        </p:nvSpPr>
        <p:spPr>
          <a:xfrm>
            <a:off x="4191000" y="60452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3577A279-EFB0-0B35-8A46-AD288548B5FC}"/>
              </a:ext>
            </a:extLst>
          </p:cNvPr>
          <p:cNvSpPr txBox="1"/>
          <p:nvPr/>
        </p:nvSpPr>
        <p:spPr>
          <a:xfrm>
            <a:off x="4254500" y="60706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report_shares</a:t>
            </a:r>
          </a:p>
        </p:txBody>
      </p:sp>
      <p:sp>
        <p:nvSpPr>
          <p:cNvPr id="59" name="TextBox 58">
            <a:extLst>
              <a:ext uri="{FF2B5EF4-FFF2-40B4-BE49-F238E27FC236}">
                <a16:creationId xmlns:a16="http://schemas.microsoft.com/office/drawing/2014/main" id="{8BB94524-CCBB-3D2D-52E7-3A0DFEE8D038}"/>
              </a:ext>
            </a:extLst>
          </p:cNvPr>
          <p:cNvSpPr txBox="1"/>
          <p:nvPr/>
        </p:nvSpPr>
        <p:spPr>
          <a:xfrm>
            <a:off x="4254500" y="6311900"/>
            <a:ext cx="2794000" cy="304800"/>
          </a:xfrm>
          <a:prstGeom prst="rect">
            <a:avLst/>
          </a:prstGeom>
          <a:noFill/>
        </p:spPr>
        <p:txBody>
          <a:bodyPr vert="horz" wrap="square" lIns="0" tIns="0" rIns="0" bIns="0" rtlCol="0">
            <a:noAutofit/>
          </a:bodyPr>
          <a:lstStyle/>
          <a:p>
            <a:r>
              <a:rPr lang="da-DK" sz="800">
                <a:solidFill>
                  <a:srgbClr val="111111"/>
                </a:solidFill>
                <a:latin typeface="Times New Roman" panose="02020603050405020304" pitchFamily="18" charset="0"/>
              </a:rPr>
              <a:t>id PK | user_id FK | expires_at</a:t>
            </a:r>
            <a:endParaRPr lang="en-US" sz="800">
              <a:solidFill>
                <a:srgbClr val="111111"/>
              </a:solidFill>
              <a:latin typeface="Times New Roman" panose="02020603050405020304" pitchFamily="18" charset="0"/>
            </a:endParaRPr>
          </a:p>
        </p:txBody>
      </p:sp>
      <p:cxnSp>
        <p:nvCxnSpPr>
          <p:cNvPr id="60" name="Straight Arrow Connector 59">
            <a:extLst>
              <a:ext uri="{FF2B5EF4-FFF2-40B4-BE49-F238E27FC236}">
                <a16:creationId xmlns:a16="http://schemas.microsoft.com/office/drawing/2014/main" id="{225006E7-6C86-1433-851C-B028A3CF495D}"/>
              </a:ext>
            </a:extLst>
          </p:cNvPr>
          <p:cNvCxnSpPr/>
          <p:nvPr/>
        </p:nvCxnSpPr>
        <p:spPr>
          <a:xfrm>
            <a:off x="3365500" y="70929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074BECAF-7FA7-2B06-7D6C-EC026FB87265}"/>
              </a:ext>
            </a:extLst>
          </p:cNvPr>
          <p:cNvSpPr txBox="1"/>
          <p:nvPr/>
        </p:nvSpPr>
        <p:spPr>
          <a:xfrm>
            <a:off x="3390900" y="68834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62" name="Rectangle 61">
            <a:extLst>
              <a:ext uri="{FF2B5EF4-FFF2-40B4-BE49-F238E27FC236}">
                <a16:creationId xmlns:a16="http://schemas.microsoft.com/office/drawing/2014/main" id="{9A7F9296-B624-51D5-37D4-6DB13C66A043}"/>
              </a:ext>
            </a:extLst>
          </p:cNvPr>
          <p:cNvSpPr/>
          <p:nvPr/>
        </p:nvSpPr>
        <p:spPr>
          <a:xfrm>
            <a:off x="444500" y="67818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F50243EA-CB7C-13CF-8F41-6E5E61AF9AAE}"/>
              </a:ext>
            </a:extLst>
          </p:cNvPr>
          <p:cNvSpPr/>
          <p:nvPr/>
        </p:nvSpPr>
        <p:spPr>
          <a:xfrm>
            <a:off x="444500" y="67818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2E4A93BA-F1BE-E130-4B41-77AC21F8B0FE}"/>
              </a:ext>
            </a:extLst>
          </p:cNvPr>
          <p:cNvSpPr txBox="1"/>
          <p:nvPr/>
        </p:nvSpPr>
        <p:spPr>
          <a:xfrm>
            <a:off x="508000" y="68072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push_subscriptions</a:t>
            </a:r>
          </a:p>
        </p:txBody>
      </p:sp>
      <p:sp>
        <p:nvSpPr>
          <p:cNvPr id="65" name="TextBox 64">
            <a:extLst>
              <a:ext uri="{FF2B5EF4-FFF2-40B4-BE49-F238E27FC236}">
                <a16:creationId xmlns:a16="http://schemas.microsoft.com/office/drawing/2014/main" id="{E6A299B9-A2BD-BEA0-F323-229AA7EEC09E}"/>
              </a:ext>
            </a:extLst>
          </p:cNvPr>
          <p:cNvSpPr txBox="1"/>
          <p:nvPr/>
        </p:nvSpPr>
        <p:spPr>
          <a:xfrm>
            <a:off x="508000" y="70485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user_id FK | endpoint_hash</a:t>
            </a:r>
          </a:p>
        </p:txBody>
      </p:sp>
      <p:cxnSp>
        <p:nvCxnSpPr>
          <p:cNvPr id="66" name="Straight Arrow Connector 65">
            <a:extLst>
              <a:ext uri="{FF2B5EF4-FFF2-40B4-BE49-F238E27FC236}">
                <a16:creationId xmlns:a16="http://schemas.microsoft.com/office/drawing/2014/main" id="{73485BD7-1E62-D5C4-9B88-E83E127D467D}"/>
              </a:ext>
            </a:extLst>
          </p:cNvPr>
          <p:cNvCxnSpPr/>
          <p:nvPr/>
        </p:nvCxnSpPr>
        <p:spPr>
          <a:xfrm>
            <a:off x="3778250" y="70929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6BCBAA63-A34B-B85E-E716-E8B893CE642D}"/>
              </a:ext>
            </a:extLst>
          </p:cNvPr>
          <p:cNvSpPr txBox="1"/>
          <p:nvPr/>
        </p:nvSpPr>
        <p:spPr>
          <a:xfrm>
            <a:off x="3810000" y="68834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68" name="Rectangle 67">
            <a:extLst>
              <a:ext uri="{FF2B5EF4-FFF2-40B4-BE49-F238E27FC236}">
                <a16:creationId xmlns:a16="http://schemas.microsoft.com/office/drawing/2014/main" id="{465AB206-C012-7CD4-01F8-65CC17B4DE03}"/>
              </a:ext>
            </a:extLst>
          </p:cNvPr>
          <p:cNvSpPr/>
          <p:nvPr/>
        </p:nvSpPr>
        <p:spPr>
          <a:xfrm>
            <a:off x="4191000" y="67818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DB5D146E-6ECB-77F0-080A-840C8B120176}"/>
              </a:ext>
            </a:extLst>
          </p:cNvPr>
          <p:cNvSpPr/>
          <p:nvPr/>
        </p:nvSpPr>
        <p:spPr>
          <a:xfrm>
            <a:off x="4191000" y="67818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9E418B6E-2084-C42C-C535-4160B15E2756}"/>
              </a:ext>
            </a:extLst>
          </p:cNvPr>
          <p:cNvSpPr txBox="1"/>
          <p:nvPr/>
        </p:nvSpPr>
        <p:spPr>
          <a:xfrm>
            <a:off x="4254500" y="68072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push_reminders</a:t>
            </a:r>
          </a:p>
        </p:txBody>
      </p:sp>
      <p:sp>
        <p:nvSpPr>
          <p:cNvPr id="71" name="TextBox 70">
            <a:extLst>
              <a:ext uri="{FF2B5EF4-FFF2-40B4-BE49-F238E27FC236}">
                <a16:creationId xmlns:a16="http://schemas.microsoft.com/office/drawing/2014/main" id="{22B2036B-3BD7-9540-FCDF-E5E3ED5E7EAC}"/>
              </a:ext>
            </a:extLst>
          </p:cNvPr>
          <p:cNvSpPr txBox="1"/>
          <p:nvPr/>
        </p:nvSpPr>
        <p:spPr>
          <a:xfrm>
            <a:off x="4254500" y="70485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user_id FK | scheduled_at</a:t>
            </a:r>
          </a:p>
        </p:txBody>
      </p:sp>
      <p:cxnSp>
        <p:nvCxnSpPr>
          <p:cNvPr id="72" name="Straight Arrow Connector 71">
            <a:extLst>
              <a:ext uri="{FF2B5EF4-FFF2-40B4-BE49-F238E27FC236}">
                <a16:creationId xmlns:a16="http://schemas.microsoft.com/office/drawing/2014/main" id="{CC9B55AD-12E2-16CD-7D76-FCF3873B126B}"/>
              </a:ext>
            </a:extLst>
          </p:cNvPr>
          <p:cNvCxnSpPr/>
          <p:nvPr/>
        </p:nvCxnSpPr>
        <p:spPr>
          <a:xfrm>
            <a:off x="3365500" y="78295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2E7344B7-1126-5DFD-D559-CADF34349BD0}"/>
              </a:ext>
            </a:extLst>
          </p:cNvPr>
          <p:cNvSpPr txBox="1"/>
          <p:nvPr/>
        </p:nvSpPr>
        <p:spPr>
          <a:xfrm>
            <a:off x="3390900" y="76200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74" name="Rectangle 73">
            <a:extLst>
              <a:ext uri="{FF2B5EF4-FFF2-40B4-BE49-F238E27FC236}">
                <a16:creationId xmlns:a16="http://schemas.microsoft.com/office/drawing/2014/main" id="{A6FA6897-5F45-F089-1697-F80C2909AED0}"/>
              </a:ext>
            </a:extLst>
          </p:cNvPr>
          <p:cNvSpPr/>
          <p:nvPr/>
        </p:nvSpPr>
        <p:spPr>
          <a:xfrm>
            <a:off x="444500" y="75184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090DCA83-10A6-91F5-0D57-8132C453C6C3}"/>
              </a:ext>
            </a:extLst>
          </p:cNvPr>
          <p:cNvSpPr/>
          <p:nvPr/>
        </p:nvSpPr>
        <p:spPr>
          <a:xfrm>
            <a:off x="444500" y="75184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F064C18B-B785-8CE6-4DE8-83A6B98296FF}"/>
              </a:ext>
            </a:extLst>
          </p:cNvPr>
          <p:cNvSpPr txBox="1"/>
          <p:nvPr/>
        </p:nvSpPr>
        <p:spPr>
          <a:xfrm>
            <a:off x="508000" y="75438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appointment_questions</a:t>
            </a:r>
          </a:p>
        </p:txBody>
      </p:sp>
      <p:sp>
        <p:nvSpPr>
          <p:cNvPr id="77" name="TextBox 76">
            <a:extLst>
              <a:ext uri="{FF2B5EF4-FFF2-40B4-BE49-F238E27FC236}">
                <a16:creationId xmlns:a16="http://schemas.microsoft.com/office/drawing/2014/main" id="{CE17B8DD-B7C0-CB48-56F7-C5D2C7BFAA37}"/>
              </a:ext>
            </a:extLst>
          </p:cNvPr>
          <p:cNvSpPr txBox="1"/>
          <p:nvPr/>
        </p:nvSpPr>
        <p:spPr>
          <a:xfrm>
            <a:off x="508000" y="77851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appointment_id FK</a:t>
            </a:r>
          </a:p>
        </p:txBody>
      </p:sp>
      <p:cxnSp>
        <p:nvCxnSpPr>
          <p:cNvPr id="78" name="Straight Arrow Connector 77">
            <a:extLst>
              <a:ext uri="{FF2B5EF4-FFF2-40B4-BE49-F238E27FC236}">
                <a16:creationId xmlns:a16="http://schemas.microsoft.com/office/drawing/2014/main" id="{00239D8B-923F-FF6B-2BBF-DBFF725C4133}"/>
              </a:ext>
            </a:extLst>
          </p:cNvPr>
          <p:cNvCxnSpPr/>
          <p:nvPr/>
        </p:nvCxnSpPr>
        <p:spPr>
          <a:xfrm>
            <a:off x="3778250" y="78295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79" name="TextBox 78">
            <a:extLst>
              <a:ext uri="{FF2B5EF4-FFF2-40B4-BE49-F238E27FC236}">
                <a16:creationId xmlns:a16="http://schemas.microsoft.com/office/drawing/2014/main" id="{06EDA594-98BB-C6F0-9638-0867D47992AC}"/>
              </a:ext>
            </a:extLst>
          </p:cNvPr>
          <p:cNvSpPr txBox="1"/>
          <p:nvPr/>
        </p:nvSpPr>
        <p:spPr>
          <a:xfrm>
            <a:off x="3810000" y="76200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shared</a:t>
            </a:r>
          </a:p>
        </p:txBody>
      </p:sp>
      <p:sp>
        <p:nvSpPr>
          <p:cNvPr id="80" name="Rectangle 79">
            <a:extLst>
              <a:ext uri="{FF2B5EF4-FFF2-40B4-BE49-F238E27FC236}">
                <a16:creationId xmlns:a16="http://schemas.microsoft.com/office/drawing/2014/main" id="{13DEC84A-EBE1-805B-CEE9-CAD4F40AF1FA}"/>
              </a:ext>
            </a:extLst>
          </p:cNvPr>
          <p:cNvSpPr/>
          <p:nvPr/>
        </p:nvSpPr>
        <p:spPr>
          <a:xfrm>
            <a:off x="4191000" y="75184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CABB6C5D-E372-2D95-2642-86DDB6CE6750}"/>
              </a:ext>
            </a:extLst>
          </p:cNvPr>
          <p:cNvSpPr/>
          <p:nvPr/>
        </p:nvSpPr>
        <p:spPr>
          <a:xfrm>
            <a:off x="4191000" y="75184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854BD513-225C-ABA7-3251-9F2C345C9623}"/>
              </a:ext>
            </a:extLst>
          </p:cNvPr>
          <p:cNvSpPr txBox="1"/>
          <p:nvPr/>
        </p:nvSpPr>
        <p:spPr>
          <a:xfrm>
            <a:off x="4254500" y="75438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task_details</a:t>
            </a:r>
          </a:p>
        </p:txBody>
      </p:sp>
      <p:sp>
        <p:nvSpPr>
          <p:cNvPr id="83" name="TextBox 82">
            <a:extLst>
              <a:ext uri="{FF2B5EF4-FFF2-40B4-BE49-F238E27FC236}">
                <a16:creationId xmlns:a16="http://schemas.microsoft.com/office/drawing/2014/main" id="{DDA65647-8D73-3160-C391-361503255A43}"/>
              </a:ext>
            </a:extLst>
          </p:cNvPr>
          <p:cNvSpPr txBox="1"/>
          <p:nvPr/>
        </p:nvSpPr>
        <p:spPr>
          <a:xfrm>
            <a:off x="4254500" y="77851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title | is_shared</a:t>
            </a:r>
          </a:p>
        </p:txBody>
      </p:sp>
      <p:sp>
        <p:nvSpPr>
          <p:cNvPr id="84" name="TextBox 83">
            <a:extLst>
              <a:ext uri="{FF2B5EF4-FFF2-40B4-BE49-F238E27FC236}">
                <a16:creationId xmlns:a16="http://schemas.microsoft.com/office/drawing/2014/main" id="{F0ADD1AB-1F46-8A9A-20A7-40AD72AD7B63}"/>
              </a:ext>
            </a:extLst>
          </p:cNvPr>
          <p:cNvSpPr txBox="1"/>
          <p:nvPr/>
        </p:nvSpPr>
        <p:spPr>
          <a:xfrm>
            <a:off x="533400" y="8483600"/>
            <a:ext cx="6477000" cy="736600"/>
          </a:xfrm>
          <a:prstGeom prst="rect">
            <a:avLst/>
          </a:prstGeom>
          <a:noFill/>
        </p:spPr>
        <p:txBody>
          <a:bodyPr vert="horz" wrap="square" lIns="0" tIns="0" rIns="0" bIns="0" rtlCol="0">
            <a:noAutofit/>
          </a:bodyPr>
          <a:lstStyle/>
          <a:p>
            <a:r>
              <a:rPr lang="en-US" sz="900">
                <a:solidFill>
                  <a:srgbClr val="222222"/>
                </a:solidFill>
                <a:latin typeface="Times New Roman" panose="02020603050405020304" pitchFamily="18" charset="0"/>
              </a:rPr>
              <a:t>Relationships: one user has one pregnancy profile and may have many appointments, tasks, daily records, symptoms, milestones, report shares, push subscriptions, and reminders. Appointment questions reference appointments; care tasks reference shared task details.</a:t>
            </a:r>
          </a:p>
        </p:txBody>
      </p:sp>
    </p:spTree>
    <p:extLst>
      <p:ext uri="{BB962C8B-B14F-4D97-AF65-F5344CB8AC3E}">
        <p14:creationId xmlns:p14="http://schemas.microsoft.com/office/powerpoint/2010/main" val="12177887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0</TotalTime>
  <Words>504</Words>
  <Application>Microsoft Office PowerPoint</Application>
  <PresentationFormat>Custom</PresentationFormat>
  <Paragraphs>63</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Times New Roman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Kumar, Deepak</dc:creator>
  <cp:lastModifiedBy>Kumar, Deepak</cp:lastModifiedBy>
  <cp:revision>1</cp:revision>
  <dcterms:created xsi:type="dcterms:W3CDTF">2026-10-19T13:59:35Z</dcterms:created>
  <dcterms:modified xsi:type="dcterms:W3CDTF">2026-10-19T13:59:35Z</dcterms:modified>
</cp:coreProperties>
</file>